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5"/>
  </p:notesMasterIdLst>
  <p:handoutMasterIdLst>
    <p:handoutMasterId r:id="rId86"/>
  </p:handoutMasterIdLst>
  <p:sldIdLst>
    <p:sldId id="625" r:id="rId2"/>
    <p:sldId id="626" r:id="rId3"/>
    <p:sldId id="620" r:id="rId4"/>
    <p:sldId id="618" r:id="rId5"/>
    <p:sldId id="652" r:id="rId6"/>
    <p:sldId id="619" r:id="rId7"/>
    <p:sldId id="465" r:id="rId8"/>
    <p:sldId id="375" r:id="rId9"/>
    <p:sldId id="651" r:id="rId10"/>
    <p:sldId id="486" r:id="rId11"/>
    <p:sldId id="355" r:id="rId12"/>
    <p:sldId id="624" r:id="rId13"/>
    <p:sldId id="361" r:id="rId14"/>
    <p:sldId id="362" r:id="rId15"/>
    <p:sldId id="365" r:id="rId16"/>
    <p:sldId id="657" r:id="rId17"/>
    <p:sldId id="366" r:id="rId18"/>
    <p:sldId id="367" r:id="rId19"/>
    <p:sldId id="654" r:id="rId20"/>
    <p:sldId id="655" r:id="rId21"/>
    <p:sldId id="376" r:id="rId22"/>
    <p:sldId id="627" r:id="rId23"/>
    <p:sldId id="377" r:id="rId24"/>
    <p:sldId id="660" r:id="rId25"/>
    <p:sldId id="379" r:id="rId26"/>
    <p:sldId id="380" r:id="rId27"/>
    <p:sldId id="382" r:id="rId28"/>
    <p:sldId id="385" r:id="rId29"/>
    <p:sldId id="384" r:id="rId30"/>
    <p:sldId id="388" r:id="rId31"/>
    <p:sldId id="392" r:id="rId32"/>
    <p:sldId id="393" r:id="rId33"/>
    <p:sldId id="394" r:id="rId34"/>
    <p:sldId id="395" r:id="rId35"/>
    <p:sldId id="396" r:id="rId36"/>
    <p:sldId id="399" r:id="rId37"/>
    <p:sldId id="485" r:id="rId38"/>
    <p:sldId id="403" r:id="rId39"/>
    <p:sldId id="404" r:id="rId40"/>
    <p:sldId id="659" r:id="rId41"/>
    <p:sldId id="406" r:id="rId42"/>
    <p:sldId id="407" r:id="rId43"/>
    <p:sldId id="408" r:id="rId44"/>
    <p:sldId id="409" r:id="rId45"/>
    <p:sldId id="411" r:id="rId46"/>
    <p:sldId id="416" r:id="rId47"/>
    <p:sldId id="417" r:id="rId48"/>
    <p:sldId id="419" r:id="rId49"/>
    <p:sldId id="491" r:id="rId50"/>
    <p:sldId id="492" r:id="rId51"/>
    <p:sldId id="493" r:id="rId52"/>
    <p:sldId id="495" r:id="rId53"/>
    <p:sldId id="497" r:id="rId54"/>
    <p:sldId id="498" r:id="rId55"/>
    <p:sldId id="502" r:id="rId56"/>
    <p:sldId id="503" r:id="rId57"/>
    <p:sldId id="506" r:id="rId58"/>
    <p:sldId id="507" r:id="rId59"/>
    <p:sldId id="268" r:id="rId60"/>
    <p:sldId id="658" r:id="rId61"/>
    <p:sldId id="661" r:id="rId62"/>
    <p:sldId id="662" r:id="rId63"/>
    <p:sldId id="269" r:id="rId64"/>
    <p:sldId id="271" r:id="rId65"/>
    <p:sldId id="272" r:id="rId66"/>
    <p:sldId id="273" r:id="rId67"/>
    <p:sldId id="274" r:id="rId68"/>
    <p:sldId id="275" r:id="rId69"/>
    <p:sldId id="329" r:id="rId70"/>
    <p:sldId id="330" r:id="rId71"/>
    <p:sldId id="640" r:id="rId72"/>
    <p:sldId id="331" r:id="rId73"/>
    <p:sldId id="642" r:id="rId74"/>
    <p:sldId id="663" r:id="rId75"/>
    <p:sldId id="643" r:id="rId76"/>
    <p:sldId id="644" r:id="rId77"/>
    <p:sldId id="645" r:id="rId78"/>
    <p:sldId id="646" r:id="rId79"/>
    <p:sldId id="647" r:id="rId80"/>
    <p:sldId id="664" r:id="rId81"/>
    <p:sldId id="665" r:id="rId82"/>
    <p:sldId id="641" r:id="rId83"/>
    <p:sldId id="280" r:id="rId84"/>
  </p:sldIdLst>
  <p:sldSz cx="12192000" cy="6858000"/>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507306-CFDE-4769-9486-A0251B5E7CC4}">
          <p14:sldIdLst>
            <p14:sldId id="625"/>
            <p14:sldId id="626"/>
            <p14:sldId id="620"/>
            <p14:sldId id="618"/>
            <p14:sldId id="652"/>
            <p14:sldId id="619"/>
            <p14:sldId id="465"/>
            <p14:sldId id="375"/>
            <p14:sldId id="651"/>
            <p14:sldId id="486"/>
            <p14:sldId id="355"/>
            <p14:sldId id="624"/>
            <p14:sldId id="361"/>
            <p14:sldId id="362"/>
            <p14:sldId id="365"/>
            <p14:sldId id="657"/>
            <p14:sldId id="366"/>
            <p14:sldId id="367"/>
            <p14:sldId id="654"/>
            <p14:sldId id="655"/>
            <p14:sldId id="376"/>
            <p14:sldId id="627"/>
            <p14:sldId id="377"/>
            <p14:sldId id="660"/>
            <p14:sldId id="379"/>
            <p14:sldId id="380"/>
            <p14:sldId id="382"/>
            <p14:sldId id="385"/>
            <p14:sldId id="384"/>
            <p14:sldId id="388"/>
            <p14:sldId id="392"/>
            <p14:sldId id="393"/>
            <p14:sldId id="394"/>
            <p14:sldId id="395"/>
            <p14:sldId id="396"/>
            <p14:sldId id="399"/>
            <p14:sldId id="485"/>
          </p14:sldIdLst>
        </p14:section>
        <p14:section name="Untitled Section" id="{2DB2111A-1291-4BD0-B846-2D814A5E9AE8}">
          <p14:sldIdLst>
            <p14:sldId id="403"/>
            <p14:sldId id="404"/>
            <p14:sldId id="659"/>
            <p14:sldId id="406"/>
            <p14:sldId id="407"/>
            <p14:sldId id="408"/>
            <p14:sldId id="409"/>
            <p14:sldId id="411"/>
            <p14:sldId id="416"/>
            <p14:sldId id="417"/>
            <p14:sldId id="419"/>
            <p14:sldId id="491"/>
            <p14:sldId id="492"/>
            <p14:sldId id="493"/>
            <p14:sldId id="495"/>
            <p14:sldId id="497"/>
            <p14:sldId id="498"/>
            <p14:sldId id="502"/>
            <p14:sldId id="503"/>
            <p14:sldId id="506"/>
            <p14:sldId id="507"/>
            <p14:sldId id="268"/>
            <p14:sldId id="658"/>
            <p14:sldId id="661"/>
            <p14:sldId id="662"/>
            <p14:sldId id="269"/>
            <p14:sldId id="271"/>
            <p14:sldId id="272"/>
            <p14:sldId id="273"/>
            <p14:sldId id="274"/>
            <p14:sldId id="275"/>
            <p14:sldId id="329"/>
            <p14:sldId id="330"/>
            <p14:sldId id="640"/>
            <p14:sldId id="331"/>
            <p14:sldId id="642"/>
            <p14:sldId id="663"/>
            <p14:sldId id="643"/>
            <p14:sldId id="644"/>
            <p14:sldId id="645"/>
            <p14:sldId id="646"/>
            <p14:sldId id="647"/>
            <p14:sldId id="664"/>
            <p14:sldId id="665"/>
            <p14:sldId id="641"/>
            <p14:sldId id="28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AF2E"/>
    <a:srgbClr val="FFFFFF"/>
    <a:srgbClr val="EBFFD2"/>
    <a:srgbClr val="A4F6F0"/>
    <a:srgbClr val="E8FFC8"/>
    <a:srgbClr val="FAF7C8"/>
    <a:srgbClr val="FAF8C8"/>
    <a:srgbClr val="F5FFC2"/>
    <a:srgbClr val="EBFFDC"/>
    <a:srgbClr val="FAF8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53" autoAdjust="0"/>
    <p:restoredTop sz="72376" autoAdjust="0"/>
  </p:normalViewPr>
  <p:slideViewPr>
    <p:cSldViewPr>
      <p:cViewPr varScale="1">
        <p:scale>
          <a:sx n="52" d="100"/>
          <a:sy n="52" d="100"/>
        </p:scale>
        <p:origin x="1338" y="7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998" y="-84"/>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_rels/viewProps.xml.rels><?xml version="1.0" encoding="UTF-8" standalone="yes"?>
<Relationships xmlns="http://schemas.openxmlformats.org/package/2006/relationships"><Relationship Id="rId13" Type="http://schemas.openxmlformats.org/officeDocument/2006/relationships/slide" Target="slides/slide21.xml"/><Relationship Id="rId18" Type="http://schemas.openxmlformats.org/officeDocument/2006/relationships/slide" Target="slides/slide28.xml"/><Relationship Id="rId26" Type="http://schemas.openxmlformats.org/officeDocument/2006/relationships/slide" Target="slides/slide38.xml"/><Relationship Id="rId21" Type="http://schemas.openxmlformats.org/officeDocument/2006/relationships/slide" Target="slides/slide31.xml"/><Relationship Id="rId34" Type="http://schemas.openxmlformats.org/officeDocument/2006/relationships/slide" Target="slides/slide51.xml"/><Relationship Id="rId7" Type="http://schemas.openxmlformats.org/officeDocument/2006/relationships/slide" Target="slides/slide13.xml"/><Relationship Id="rId12" Type="http://schemas.openxmlformats.org/officeDocument/2006/relationships/slide" Target="slides/slide20.xml"/><Relationship Id="rId17" Type="http://schemas.openxmlformats.org/officeDocument/2006/relationships/slide" Target="slides/slide27.xml"/><Relationship Id="rId25" Type="http://schemas.openxmlformats.org/officeDocument/2006/relationships/slide" Target="slides/slide37.xml"/><Relationship Id="rId33" Type="http://schemas.openxmlformats.org/officeDocument/2006/relationships/slide" Target="slides/slide50.xml"/><Relationship Id="rId38" Type="http://schemas.openxmlformats.org/officeDocument/2006/relationships/slide" Target="slides/slide57.xml"/><Relationship Id="rId2" Type="http://schemas.openxmlformats.org/officeDocument/2006/relationships/slide" Target="slides/slide7.xml"/><Relationship Id="rId16" Type="http://schemas.openxmlformats.org/officeDocument/2006/relationships/slide" Target="slides/slide25.xml"/><Relationship Id="rId20" Type="http://schemas.openxmlformats.org/officeDocument/2006/relationships/slide" Target="slides/slide30.xml"/><Relationship Id="rId29" Type="http://schemas.openxmlformats.org/officeDocument/2006/relationships/slide" Target="slides/slide43.xml"/><Relationship Id="rId1" Type="http://schemas.openxmlformats.org/officeDocument/2006/relationships/slide" Target="slides/slide2.xml"/><Relationship Id="rId6" Type="http://schemas.openxmlformats.org/officeDocument/2006/relationships/slide" Target="slides/slide12.xml"/><Relationship Id="rId11" Type="http://schemas.openxmlformats.org/officeDocument/2006/relationships/slide" Target="slides/slide19.xml"/><Relationship Id="rId24" Type="http://schemas.openxmlformats.org/officeDocument/2006/relationships/slide" Target="slides/slide34.xml"/><Relationship Id="rId32" Type="http://schemas.openxmlformats.org/officeDocument/2006/relationships/slide" Target="slides/slide48.xml"/><Relationship Id="rId37" Type="http://schemas.openxmlformats.org/officeDocument/2006/relationships/slide" Target="slides/slide55.xml"/><Relationship Id="rId5" Type="http://schemas.openxmlformats.org/officeDocument/2006/relationships/slide" Target="slides/slide10.xml"/><Relationship Id="rId15" Type="http://schemas.openxmlformats.org/officeDocument/2006/relationships/slide" Target="slides/slide24.xml"/><Relationship Id="rId23" Type="http://schemas.openxmlformats.org/officeDocument/2006/relationships/slide" Target="slides/slide33.xml"/><Relationship Id="rId28" Type="http://schemas.openxmlformats.org/officeDocument/2006/relationships/slide" Target="slides/slide42.xml"/><Relationship Id="rId36" Type="http://schemas.openxmlformats.org/officeDocument/2006/relationships/slide" Target="slides/slide54.xml"/><Relationship Id="rId10" Type="http://schemas.openxmlformats.org/officeDocument/2006/relationships/slide" Target="slides/slide17.xml"/><Relationship Id="rId19" Type="http://schemas.openxmlformats.org/officeDocument/2006/relationships/slide" Target="slides/slide29.xml"/><Relationship Id="rId31" Type="http://schemas.openxmlformats.org/officeDocument/2006/relationships/slide" Target="slides/slide47.xml"/><Relationship Id="rId4" Type="http://schemas.openxmlformats.org/officeDocument/2006/relationships/slide" Target="slides/slide9.xml"/><Relationship Id="rId9" Type="http://schemas.openxmlformats.org/officeDocument/2006/relationships/slide" Target="slides/slide16.xml"/><Relationship Id="rId14" Type="http://schemas.openxmlformats.org/officeDocument/2006/relationships/slide" Target="slides/slide23.xml"/><Relationship Id="rId22" Type="http://schemas.openxmlformats.org/officeDocument/2006/relationships/slide" Target="slides/slide32.xml"/><Relationship Id="rId27" Type="http://schemas.openxmlformats.org/officeDocument/2006/relationships/slide" Target="slides/slide41.xml"/><Relationship Id="rId30" Type="http://schemas.openxmlformats.org/officeDocument/2006/relationships/slide" Target="slides/slide46.xml"/><Relationship Id="rId35" Type="http://schemas.openxmlformats.org/officeDocument/2006/relationships/slide" Target="slides/slide53.xml"/><Relationship Id="rId8" Type="http://schemas.openxmlformats.org/officeDocument/2006/relationships/slide" Target="slides/slide15.xml"/><Relationship Id="rId3"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82913" cy="465138"/>
          </a:xfrm>
          <a:prstGeom prst="rect">
            <a:avLst/>
          </a:prstGeom>
          <a:noFill/>
          <a:ln w="9525">
            <a:noFill/>
            <a:miter lim="800000"/>
          </a:ln>
        </p:spPr>
        <p:txBody>
          <a:bodyPr vert="horz" wrap="square" lIns="92436" tIns="46219" rIns="92436" bIns="46219" numCol="1" anchor="t" anchorCtr="0" compatLnSpc="1"/>
          <a:lstStyle>
            <a:lvl1pPr defTabSz="923925">
              <a:defRPr sz="1200">
                <a:solidFill>
                  <a:schemeClr val="tx1"/>
                </a:solidFill>
                <a:latin typeface="Calibri" panose="020F0502020204030204" pitchFamily="34" charset="0"/>
              </a:defRPr>
            </a:lvl1pPr>
          </a:lstStyle>
          <a:p>
            <a:endParaRPr lang="en-US" dirty="0"/>
          </a:p>
        </p:txBody>
      </p:sp>
      <p:sp>
        <p:nvSpPr>
          <p:cNvPr id="3" name="Date Placeholder 2"/>
          <p:cNvSpPr>
            <a:spLocks noGrp="1"/>
          </p:cNvSpPr>
          <p:nvPr>
            <p:ph type="dt" sz="quarter" idx="1"/>
          </p:nvPr>
        </p:nvSpPr>
        <p:spPr bwMode="auto">
          <a:xfrm>
            <a:off x="3897313" y="0"/>
            <a:ext cx="2982912" cy="465138"/>
          </a:xfrm>
          <a:prstGeom prst="rect">
            <a:avLst/>
          </a:prstGeom>
          <a:noFill/>
          <a:ln w="9525">
            <a:noFill/>
            <a:miter lim="800000"/>
          </a:ln>
        </p:spPr>
        <p:txBody>
          <a:bodyPr vert="horz" wrap="square" lIns="92436" tIns="46219" rIns="92436" bIns="46219" numCol="1" anchor="t" anchorCtr="0" compatLnSpc="1"/>
          <a:lstStyle>
            <a:lvl1pPr algn="r" defTabSz="923925">
              <a:defRPr sz="1200">
                <a:solidFill>
                  <a:schemeClr val="tx1"/>
                </a:solidFill>
                <a:latin typeface="Calibri" panose="020F0502020204030204" pitchFamily="34" charset="0"/>
              </a:defRPr>
            </a:lvl1pPr>
          </a:lstStyle>
          <a:p>
            <a:fld id="{3BF7C7B5-275F-4D1F-9AB4-9255447DBC73}" type="datetimeFigureOut">
              <a:rPr lang="en-US"/>
              <a:t>4/25/2024</a:t>
            </a:fld>
            <a:endParaRPr lang="en-US" dirty="0"/>
          </a:p>
        </p:txBody>
      </p:sp>
      <p:sp>
        <p:nvSpPr>
          <p:cNvPr id="4" name="Footer Placeholder 3"/>
          <p:cNvSpPr>
            <a:spLocks noGrp="1"/>
          </p:cNvSpPr>
          <p:nvPr>
            <p:ph type="ftr" sz="quarter" idx="2"/>
          </p:nvPr>
        </p:nvSpPr>
        <p:spPr bwMode="auto">
          <a:xfrm>
            <a:off x="0" y="8829675"/>
            <a:ext cx="2982913" cy="465138"/>
          </a:xfrm>
          <a:prstGeom prst="rect">
            <a:avLst/>
          </a:prstGeom>
          <a:noFill/>
          <a:ln w="9525">
            <a:noFill/>
            <a:miter lim="800000"/>
          </a:ln>
        </p:spPr>
        <p:txBody>
          <a:bodyPr vert="horz" wrap="square" lIns="92436" tIns="46219" rIns="92436" bIns="46219" numCol="1" anchor="b" anchorCtr="0" compatLnSpc="1"/>
          <a:lstStyle>
            <a:lvl1pPr defTabSz="923925">
              <a:defRPr sz="1200">
                <a:solidFill>
                  <a:schemeClr val="tx1"/>
                </a:solidFill>
                <a:latin typeface="Calibri" panose="020F0502020204030204" pitchFamily="34" charset="0"/>
              </a:defRPr>
            </a:lvl1pPr>
          </a:lstStyle>
          <a:p>
            <a:endParaRPr lang="en-US" dirty="0"/>
          </a:p>
        </p:txBody>
      </p:sp>
      <p:sp>
        <p:nvSpPr>
          <p:cNvPr id="5" name="Slide Number Placeholder 4"/>
          <p:cNvSpPr>
            <a:spLocks noGrp="1"/>
          </p:cNvSpPr>
          <p:nvPr>
            <p:ph type="sldNum" sz="quarter" idx="3"/>
          </p:nvPr>
        </p:nvSpPr>
        <p:spPr bwMode="auto">
          <a:xfrm>
            <a:off x="3897313" y="8829675"/>
            <a:ext cx="2982912" cy="465138"/>
          </a:xfrm>
          <a:prstGeom prst="rect">
            <a:avLst/>
          </a:prstGeom>
          <a:noFill/>
          <a:ln w="9525">
            <a:noFill/>
            <a:miter lim="800000"/>
          </a:ln>
        </p:spPr>
        <p:txBody>
          <a:bodyPr vert="horz" wrap="square" lIns="92436" tIns="46219" rIns="92436" bIns="46219" numCol="1" anchor="b" anchorCtr="0" compatLnSpc="1"/>
          <a:lstStyle>
            <a:lvl1pPr algn="r" defTabSz="923925">
              <a:defRPr sz="1200">
                <a:solidFill>
                  <a:schemeClr val="tx1"/>
                </a:solidFill>
                <a:latin typeface="Calibri" panose="020F0502020204030204" pitchFamily="34" charset="0"/>
              </a:defRPr>
            </a:lvl1pPr>
          </a:lstStyle>
          <a:p>
            <a:fld id="{3DADE544-1278-4EDA-8870-0A169B9A6D6D}" type="slidenum">
              <a:rPr lang="en-US"/>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7T17:22:59.812"/>
    </inkml:context>
    <inkml:brush xml:id="br0">
      <inkml:brushProperty name="width" value="0.05" units="cm"/>
      <inkml:brushProperty name="height" value="0.05" units="cm"/>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82913" cy="465138"/>
          </a:xfrm>
          <a:prstGeom prst="rect">
            <a:avLst/>
          </a:prstGeom>
          <a:noFill/>
          <a:ln w="9525">
            <a:noFill/>
            <a:miter lim="800000"/>
          </a:ln>
        </p:spPr>
        <p:txBody>
          <a:bodyPr vert="horz" wrap="square" lIns="92436" tIns="46219" rIns="92436" bIns="46219" numCol="1" anchor="t" anchorCtr="0" compatLnSpc="1"/>
          <a:lstStyle>
            <a:lvl1pPr defTabSz="923925">
              <a:defRPr sz="1200">
                <a:solidFill>
                  <a:schemeClr val="tx1"/>
                </a:solidFill>
                <a:latin typeface="Calibri" panose="020F0502020204030204" pitchFamily="34" charset="0"/>
              </a:defRPr>
            </a:lvl1pPr>
          </a:lstStyle>
          <a:p>
            <a:endParaRPr lang="en-US" dirty="0"/>
          </a:p>
        </p:txBody>
      </p:sp>
      <p:sp>
        <p:nvSpPr>
          <p:cNvPr id="3" name="Date Placeholder 2"/>
          <p:cNvSpPr>
            <a:spLocks noGrp="1"/>
          </p:cNvSpPr>
          <p:nvPr>
            <p:ph type="dt" idx="1"/>
          </p:nvPr>
        </p:nvSpPr>
        <p:spPr bwMode="auto">
          <a:xfrm>
            <a:off x="3897313" y="0"/>
            <a:ext cx="2982912" cy="465138"/>
          </a:xfrm>
          <a:prstGeom prst="rect">
            <a:avLst/>
          </a:prstGeom>
          <a:noFill/>
          <a:ln w="9525">
            <a:noFill/>
            <a:miter lim="800000"/>
          </a:ln>
        </p:spPr>
        <p:txBody>
          <a:bodyPr vert="horz" wrap="square" lIns="92436" tIns="46219" rIns="92436" bIns="46219" numCol="1" anchor="t" anchorCtr="0" compatLnSpc="1"/>
          <a:lstStyle>
            <a:lvl1pPr algn="r" defTabSz="923925">
              <a:defRPr sz="1200">
                <a:solidFill>
                  <a:schemeClr val="tx1"/>
                </a:solidFill>
                <a:latin typeface="Calibri" panose="020F0502020204030204" pitchFamily="34" charset="0"/>
              </a:defRPr>
            </a:lvl1pPr>
          </a:lstStyle>
          <a:p>
            <a:fld id="{9B46F231-FB2B-4655-A644-E2477325E686}" type="datetimeFigureOut">
              <a:rPr lang="en-US"/>
              <a:t>4/25/2024</a:t>
            </a:fld>
            <a:endParaRPr lang="en-US" dirty="0"/>
          </a:p>
        </p:txBody>
      </p:sp>
      <p:sp>
        <p:nvSpPr>
          <p:cNvPr id="4" name="Slide Image Placeholder 3"/>
          <p:cNvSpPr>
            <a:spLocks noGrp="1" noRot="1" noChangeAspect="1"/>
          </p:cNvSpPr>
          <p:nvPr>
            <p:ph type="sldImg" idx="2"/>
          </p:nvPr>
        </p:nvSpPr>
        <p:spPr>
          <a:xfrm>
            <a:off x="342900" y="696913"/>
            <a:ext cx="6197600" cy="34861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bwMode="auto">
          <a:xfrm>
            <a:off x="687388" y="4416425"/>
            <a:ext cx="5507037" cy="4183063"/>
          </a:xfrm>
          <a:prstGeom prst="rect">
            <a:avLst/>
          </a:prstGeom>
          <a:noFill/>
          <a:ln w="9525">
            <a:noFill/>
            <a:miter lim="800000"/>
          </a:ln>
        </p:spPr>
        <p:txBody>
          <a:bodyPr vert="horz" wrap="square" lIns="92436" tIns="46219" rIns="92436" bIns="46219"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bwMode="auto">
          <a:xfrm>
            <a:off x="0" y="8829675"/>
            <a:ext cx="2982913" cy="465138"/>
          </a:xfrm>
          <a:prstGeom prst="rect">
            <a:avLst/>
          </a:prstGeom>
          <a:noFill/>
          <a:ln w="9525">
            <a:noFill/>
            <a:miter lim="800000"/>
          </a:ln>
        </p:spPr>
        <p:txBody>
          <a:bodyPr vert="horz" wrap="square" lIns="92436" tIns="46219" rIns="92436" bIns="46219" numCol="1" anchor="b" anchorCtr="0" compatLnSpc="1"/>
          <a:lstStyle>
            <a:lvl1pPr defTabSz="923925">
              <a:defRPr sz="1200">
                <a:solidFill>
                  <a:schemeClr val="tx1"/>
                </a:solidFill>
                <a:latin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bwMode="auto">
          <a:xfrm>
            <a:off x="3897313" y="8829675"/>
            <a:ext cx="2982912" cy="465138"/>
          </a:xfrm>
          <a:prstGeom prst="rect">
            <a:avLst/>
          </a:prstGeom>
          <a:noFill/>
          <a:ln w="9525">
            <a:noFill/>
            <a:miter lim="800000"/>
          </a:ln>
        </p:spPr>
        <p:txBody>
          <a:bodyPr vert="horz" wrap="square" lIns="92436" tIns="46219" rIns="92436" bIns="46219" numCol="1" anchor="b" anchorCtr="0" compatLnSpc="1"/>
          <a:lstStyle>
            <a:lvl1pPr algn="r" defTabSz="923925">
              <a:defRPr sz="1200">
                <a:solidFill>
                  <a:schemeClr val="tx1"/>
                </a:solidFill>
                <a:latin typeface="Calibri" panose="020F0502020204030204" pitchFamily="34" charset="0"/>
              </a:defRPr>
            </a:lvl1pPr>
          </a:lstStyle>
          <a:p>
            <a:fld id="{6FB4F6EA-423E-42DF-9292-215E7D886C4E}"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codecademy.com/resources/docs/html/elements/div?page_ref=catalog"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4488" y="696913"/>
            <a:ext cx="6196012"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4488" y="696913"/>
            <a:ext cx="6196012"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B4F6EA-423E-42DF-9292-215E7D886C4E}" type="slidenum">
              <a:rPr lang="en-US" smtClean="0"/>
              <a:t>3</a:t>
            </a:fld>
            <a:endParaRPr lang="en-US" dirty="0"/>
          </a:p>
        </p:txBody>
      </p:sp>
    </p:spTree>
    <p:extLst>
      <p:ext uri="{BB962C8B-B14F-4D97-AF65-F5344CB8AC3E}">
        <p14:creationId xmlns:p14="http://schemas.microsoft.com/office/powerpoint/2010/main" val="1519596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0162F"/>
                </a:solidFill>
                <a:effectLst/>
                <a:highlight>
                  <a:srgbClr val="FFFFFF"/>
                </a:highlight>
                <a:latin typeface="Apercu"/>
              </a:rPr>
              <a:t>This declaration is an instruction, and it must be the first line of code in your HTML document. It tells the browser what type of document to expect, along with what version of HTML is being used in the document. For now, the browser will correctly assume that the html in &lt;!DOCTYPE html&gt; is referring to HTML5, as it is the current standard.</a:t>
            </a:r>
          </a:p>
          <a:p>
            <a:pPr algn="l"/>
            <a:r>
              <a:rPr lang="en-US" b="0" i="0" dirty="0">
                <a:solidFill>
                  <a:srgbClr val="10162F"/>
                </a:solidFill>
                <a:effectLst/>
                <a:highlight>
                  <a:srgbClr val="FFFFFF"/>
                </a:highlight>
                <a:latin typeface="Apercu"/>
              </a:rPr>
              <a:t>In the future, however, a new standard will override HTML5. To make sure your document is forever interpreted correctly, always include &lt;!DOCTYPE html&gt; at the very beginning of your HTML documents.</a:t>
            </a:r>
          </a:p>
          <a:p>
            <a:pPr algn="l"/>
            <a:r>
              <a:rPr lang="en-US" b="0" i="0" dirty="0">
                <a:solidFill>
                  <a:srgbClr val="10162F"/>
                </a:solidFill>
                <a:effectLst/>
                <a:highlight>
                  <a:srgbClr val="FFFFFF"/>
                </a:highlight>
                <a:latin typeface="Apercu"/>
              </a:rPr>
              <a:t>Lastly, HTML code is always saved in a file with an </a:t>
            </a:r>
            <a:r>
              <a:rPr lang="en-US" b="1" i="0" dirty="0">
                <a:solidFill>
                  <a:srgbClr val="10162F"/>
                </a:solidFill>
                <a:effectLst/>
                <a:highlight>
                  <a:srgbClr val="FFFFFF"/>
                </a:highlight>
                <a:latin typeface="Apercu"/>
              </a:rPr>
              <a:t>.html</a:t>
            </a:r>
            <a:r>
              <a:rPr lang="en-US" b="0" i="0" dirty="0">
                <a:solidFill>
                  <a:srgbClr val="10162F"/>
                </a:solidFill>
                <a:effectLst/>
                <a:highlight>
                  <a:srgbClr val="FFFFFF"/>
                </a:highlight>
                <a:latin typeface="Apercu"/>
              </a:rPr>
              <a:t> extension.</a:t>
            </a:r>
          </a:p>
        </p:txBody>
      </p:sp>
      <p:sp>
        <p:nvSpPr>
          <p:cNvPr id="4" name="Slide Number Placeholder 3"/>
          <p:cNvSpPr>
            <a:spLocks noGrp="1"/>
          </p:cNvSpPr>
          <p:nvPr>
            <p:ph type="sldNum" sz="quarter" idx="5"/>
          </p:nvPr>
        </p:nvSpPr>
        <p:spPr/>
        <p:txBody>
          <a:bodyPr/>
          <a:lstStyle/>
          <a:p>
            <a:fld id="{6FB4F6EA-423E-42DF-9292-215E7D886C4E}" type="slidenum">
              <a:rPr lang="en-US" smtClean="0"/>
              <a:t>4</a:t>
            </a:fld>
            <a:endParaRPr lang="en-US" dirty="0"/>
          </a:p>
        </p:txBody>
      </p:sp>
    </p:spTree>
    <p:extLst>
      <p:ext uri="{BB962C8B-B14F-4D97-AF65-F5344CB8AC3E}">
        <p14:creationId xmlns:p14="http://schemas.microsoft.com/office/powerpoint/2010/main" val="1890355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B4F6EA-423E-42DF-9292-215E7D886C4E}" type="slidenum">
              <a:rPr lang="en-US" smtClean="0"/>
              <a:t>5</a:t>
            </a:fld>
            <a:endParaRPr lang="en-US" dirty="0"/>
          </a:p>
        </p:txBody>
      </p:sp>
    </p:spTree>
    <p:extLst>
      <p:ext uri="{BB962C8B-B14F-4D97-AF65-F5344CB8AC3E}">
        <p14:creationId xmlns:p14="http://schemas.microsoft.com/office/powerpoint/2010/main" val="3886811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p:spPr>
        <p:txBody>
          <a:bodyPr/>
          <a:lstStyle/>
          <a:p>
            <a:r>
              <a:rPr lang="en-US" dirty="0"/>
              <a:t>*</a:t>
            </a:r>
          </a:p>
        </p:txBody>
      </p:sp>
      <p:sp>
        <p:nvSpPr>
          <p:cNvPr id="83971" name="Rectangle 3"/>
          <p:cNvSpPr>
            <a:spLocks noGrp="1" noChangeArrowheads="1"/>
          </p:cNvSpPr>
          <p:nvPr>
            <p:ph type="dt" sz="quarter" idx="1"/>
          </p:nvPr>
        </p:nvSpPr>
        <p:spPr>
          <a:noFill/>
        </p:spPr>
        <p:txBody>
          <a:bodyPr/>
          <a:lstStyle/>
          <a:p>
            <a:r>
              <a:rPr lang="en-US" dirty="0"/>
              <a:t>07/16/96</a:t>
            </a:r>
          </a:p>
        </p:txBody>
      </p:sp>
      <p:sp>
        <p:nvSpPr>
          <p:cNvPr id="8397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83973" name="Rectangle 7"/>
          <p:cNvSpPr>
            <a:spLocks noGrp="1" noChangeArrowheads="1"/>
          </p:cNvSpPr>
          <p:nvPr>
            <p:ph type="sldNum" sz="quarter" idx="5"/>
          </p:nvPr>
        </p:nvSpPr>
        <p:spPr>
          <a:noFill/>
        </p:spPr>
        <p:txBody>
          <a:bodyPr/>
          <a:lstStyle/>
          <a:p>
            <a:fld id="{9306033D-A158-4643-B0CB-9A46D0DC77BD}" type="slidenum">
              <a:rPr lang="en-US" smtClean="0"/>
              <a:t>7</a:t>
            </a:fld>
            <a:r>
              <a:rPr lang="en-US" dirty="0"/>
              <a:t>##</a:t>
            </a:r>
          </a:p>
        </p:txBody>
      </p:sp>
      <p:sp>
        <p:nvSpPr>
          <p:cNvPr id="83974" name="Rectangle 2"/>
          <p:cNvSpPr>
            <a:spLocks noGrp="1" noRot="1" noChangeAspect="1" noChangeArrowheads="1" noTextEdit="1"/>
          </p:cNvSpPr>
          <p:nvPr>
            <p:ph type="sldImg"/>
          </p:nvPr>
        </p:nvSpPr>
        <p:spPr>
          <a:xfrm>
            <a:off x="342900" y="696913"/>
            <a:ext cx="6197600" cy="3486150"/>
          </a:xfrm>
        </p:spPr>
      </p:sp>
      <p:sp>
        <p:nvSpPr>
          <p:cNvPr id="83975"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a:noFill/>
        </p:spPr>
        <p:txBody>
          <a:bodyPr/>
          <a:lstStyle/>
          <a:p>
            <a:r>
              <a:rPr lang="en-US" dirty="0"/>
              <a:t>*</a:t>
            </a:r>
          </a:p>
        </p:txBody>
      </p:sp>
      <p:sp>
        <p:nvSpPr>
          <p:cNvPr id="100355" name="Rectangle 3"/>
          <p:cNvSpPr>
            <a:spLocks noGrp="1" noChangeArrowheads="1"/>
          </p:cNvSpPr>
          <p:nvPr>
            <p:ph type="dt" sz="quarter" idx="1"/>
          </p:nvPr>
        </p:nvSpPr>
        <p:spPr>
          <a:noFill/>
        </p:spPr>
        <p:txBody>
          <a:bodyPr/>
          <a:lstStyle/>
          <a:p>
            <a:r>
              <a:rPr lang="en-US" dirty="0"/>
              <a:t>07/16/96</a:t>
            </a:r>
          </a:p>
        </p:txBody>
      </p:sp>
      <p:sp>
        <p:nvSpPr>
          <p:cNvPr id="10035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0357" name="Rectangle 7"/>
          <p:cNvSpPr>
            <a:spLocks noGrp="1" noChangeArrowheads="1"/>
          </p:cNvSpPr>
          <p:nvPr>
            <p:ph type="sldNum" sz="quarter" idx="5"/>
          </p:nvPr>
        </p:nvSpPr>
        <p:spPr>
          <a:noFill/>
        </p:spPr>
        <p:txBody>
          <a:bodyPr/>
          <a:lstStyle/>
          <a:p>
            <a:fld id="{64D8521E-9586-4255-A9A9-7B6C0A147852}" type="slidenum">
              <a:rPr lang="en-US" smtClean="0"/>
              <a:t>8</a:t>
            </a:fld>
            <a:r>
              <a:rPr lang="en-US" dirty="0"/>
              <a:t>##</a:t>
            </a:r>
          </a:p>
        </p:txBody>
      </p:sp>
      <p:sp>
        <p:nvSpPr>
          <p:cNvPr id="100358" name="Rectangle 2"/>
          <p:cNvSpPr>
            <a:spLocks noGrp="1" noRot="1" noChangeAspect="1" noChangeArrowheads="1" noTextEdit="1"/>
          </p:cNvSpPr>
          <p:nvPr>
            <p:ph type="sldImg"/>
          </p:nvPr>
        </p:nvSpPr>
        <p:spPr>
          <a:xfrm>
            <a:off x="342900" y="696913"/>
            <a:ext cx="6197600" cy="3486150"/>
          </a:xfrm>
        </p:spPr>
      </p:sp>
      <p:sp>
        <p:nvSpPr>
          <p:cNvPr id="100359"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C9A4DE9-4F94-385C-F6B0-FDA967DFC0A0}"/>
              </a:ext>
            </a:extLst>
          </p:cNvPr>
          <p:cNvSpPr>
            <a:spLocks noGrp="1" noChangeArrowheads="1"/>
          </p:cNvSpPr>
          <p:nvPr>
            <p:ph type="hdr" sz="quarter"/>
          </p:nvPr>
        </p:nvSpPr>
        <p:spPr/>
        <p:txBody>
          <a:bodyPr/>
          <a:lstStyle/>
          <a:p>
            <a:pPr>
              <a:defRPr/>
            </a:pPr>
            <a:r>
              <a:rPr lang="en-US" dirty="0"/>
              <a:t>*</a:t>
            </a:r>
          </a:p>
        </p:txBody>
      </p:sp>
      <p:sp>
        <p:nvSpPr>
          <p:cNvPr id="100355" name="Rectangle 3">
            <a:extLst>
              <a:ext uri="{FF2B5EF4-FFF2-40B4-BE49-F238E27FC236}">
                <a16:creationId xmlns:a16="http://schemas.microsoft.com/office/drawing/2014/main" id="{CD5A877B-4165-1DFD-BA25-910785EE0520}"/>
              </a:ext>
            </a:extLst>
          </p:cNvPr>
          <p:cNvSpPr>
            <a:spLocks noGrp="1" noChangeArrowheads="1"/>
          </p:cNvSpPr>
          <p:nvPr>
            <p:ph type="dt" sz="quarter" idx="1"/>
          </p:nvPr>
        </p:nvSpPr>
        <p:spPr/>
        <p:txBody>
          <a:bodyPr/>
          <a:lstStyle/>
          <a:p>
            <a:pPr>
              <a:defRPr/>
            </a:pPr>
            <a:r>
              <a:rPr lang="en-US" dirty="0"/>
              <a:t>07/16/96</a:t>
            </a:r>
          </a:p>
        </p:txBody>
      </p:sp>
      <p:sp>
        <p:nvSpPr>
          <p:cNvPr id="100356" name="Rectangle 6">
            <a:extLst>
              <a:ext uri="{FF2B5EF4-FFF2-40B4-BE49-F238E27FC236}">
                <a16:creationId xmlns:a16="http://schemas.microsoft.com/office/drawing/2014/main" id="{49CE3064-E58B-F2B3-6F43-DCC2B4A7E7C4}"/>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100357" name="Rectangle 7">
            <a:extLst>
              <a:ext uri="{FF2B5EF4-FFF2-40B4-BE49-F238E27FC236}">
                <a16:creationId xmlns:a16="http://schemas.microsoft.com/office/drawing/2014/main" id="{F87BA2FD-57B1-69A7-0B02-21E71B74146C}"/>
              </a:ext>
            </a:extLst>
          </p:cNvPr>
          <p:cNvSpPr>
            <a:spLocks noGrp="1" noChangeArrowheads="1"/>
          </p:cNvSpPr>
          <p:nvPr>
            <p:ph type="sldNum" sz="quarter" idx="5"/>
          </p:nvPr>
        </p:nvSpPr>
        <p:spPr/>
        <p:txBody>
          <a:bodyPr/>
          <a:lstStyle/>
          <a:p>
            <a:pPr>
              <a:defRPr/>
            </a:pPr>
            <a:fld id="{7CA17B96-953F-4F22-843B-F10317DFCD43}" type="slidenum">
              <a:rPr lang="en-US" smtClean="0"/>
              <a:pPr>
                <a:defRPr/>
              </a:pPr>
              <a:t>9</a:t>
            </a:fld>
            <a:r>
              <a:rPr lang="en-US" dirty="0"/>
              <a:t>##</a:t>
            </a:r>
          </a:p>
        </p:txBody>
      </p:sp>
      <p:sp>
        <p:nvSpPr>
          <p:cNvPr id="18438" name="Rectangle 2">
            <a:extLst>
              <a:ext uri="{FF2B5EF4-FFF2-40B4-BE49-F238E27FC236}">
                <a16:creationId xmlns:a16="http://schemas.microsoft.com/office/drawing/2014/main" id="{0594F676-FD34-9376-3245-3A045CF75C5C}"/>
              </a:ext>
            </a:extLst>
          </p:cNvPr>
          <p:cNvSpPr>
            <a:spLocks noGrp="1" noRot="1" noChangeAspect="1" noChangeArrowheads="1" noTextEdit="1"/>
          </p:cNvSpPr>
          <p:nvPr>
            <p:ph type="sldImg"/>
          </p:nvPr>
        </p:nvSpPr>
        <p:spPr bwMode="auto">
          <a:xfrm>
            <a:off x="3429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9" name="Rectangle 3">
            <a:extLst>
              <a:ext uri="{FF2B5EF4-FFF2-40B4-BE49-F238E27FC236}">
                <a16:creationId xmlns:a16="http://schemas.microsoft.com/office/drawing/2014/main" id="{2AAA1C42-F536-D405-9FBE-6D149292B7D5}"/>
              </a:ext>
            </a:extLst>
          </p:cNvPr>
          <p:cNvSpPr>
            <a:spLocks noGrp="1" noChangeArrowheads="1"/>
          </p:cNvSpPr>
          <p:nvPr>
            <p:ph type="body" idx="1"/>
          </p:nvPr>
        </p:nvSpPr>
        <p:spPr bwMode="auto">
          <a:xfrm>
            <a:off x="687388" y="4414838"/>
            <a:ext cx="5507037"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a:noFill/>
        </p:spPr>
        <p:txBody>
          <a:bodyPr/>
          <a:lstStyle/>
          <a:p>
            <a:r>
              <a:rPr lang="en-US" dirty="0"/>
              <a:t>*</a:t>
            </a:r>
          </a:p>
        </p:txBody>
      </p:sp>
      <p:sp>
        <p:nvSpPr>
          <p:cNvPr id="100355" name="Rectangle 3"/>
          <p:cNvSpPr>
            <a:spLocks noGrp="1" noChangeArrowheads="1"/>
          </p:cNvSpPr>
          <p:nvPr>
            <p:ph type="dt" sz="quarter" idx="1"/>
          </p:nvPr>
        </p:nvSpPr>
        <p:spPr>
          <a:noFill/>
        </p:spPr>
        <p:txBody>
          <a:bodyPr/>
          <a:lstStyle/>
          <a:p>
            <a:r>
              <a:rPr lang="en-US" dirty="0"/>
              <a:t>07/16/96</a:t>
            </a:r>
          </a:p>
        </p:txBody>
      </p:sp>
      <p:sp>
        <p:nvSpPr>
          <p:cNvPr id="10035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0357" name="Rectangle 7"/>
          <p:cNvSpPr>
            <a:spLocks noGrp="1" noChangeArrowheads="1"/>
          </p:cNvSpPr>
          <p:nvPr>
            <p:ph type="sldNum" sz="quarter" idx="5"/>
          </p:nvPr>
        </p:nvSpPr>
        <p:spPr>
          <a:noFill/>
        </p:spPr>
        <p:txBody>
          <a:bodyPr/>
          <a:lstStyle/>
          <a:p>
            <a:fld id="{64D8521E-9586-4255-A9A9-7B6C0A147852}" type="slidenum">
              <a:rPr lang="en-US" smtClean="0"/>
              <a:t>10</a:t>
            </a:fld>
            <a:r>
              <a:rPr lang="en-US" dirty="0"/>
              <a:t>##</a:t>
            </a:r>
          </a:p>
        </p:txBody>
      </p:sp>
      <p:sp>
        <p:nvSpPr>
          <p:cNvPr id="100358" name="Rectangle 2"/>
          <p:cNvSpPr>
            <a:spLocks noGrp="1" noRot="1" noChangeAspect="1" noChangeArrowheads="1" noTextEdit="1"/>
          </p:cNvSpPr>
          <p:nvPr>
            <p:ph type="sldImg"/>
          </p:nvPr>
        </p:nvSpPr>
        <p:spPr>
          <a:xfrm>
            <a:off x="342900" y="696913"/>
            <a:ext cx="6197600" cy="3486150"/>
          </a:xfrm>
        </p:spPr>
      </p:sp>
      <p:sp>
        <p:nvSpPr>
          <p:cNvPr id="100359" name="Rectangle 3"/>
          <p:cNvSpPr>
            <a:spLocks noGrp="1" noChangeArrowheads="1"/>
          </p:cNvSpPr>
          <p:nvPr>
            <p:ph type="body" idx="1"/>
          </p:nvPr>
        </p:nvSpPr>
        <p:spPr>
          <a:xfrm>
            <a:off x="687874" y="4415321"/>
            <a:ext cx="5506066" cy="4183164"/>
          </a:xfrm>
          <a:noFill/>
        </p:spPr>
        <p:txBody>
          <a:bodyPr/>
          <a:lstStyle/>
          <a:p>
            <a:pPr eaLnBrk="1" hangingPunct="1"/>
            <a:endParaRPr lang="bg-BG"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p:spPr>
        <p:txBody>
          <a:bodyPr/>
          <a:lstStyle/>
          <a:p>
            <a:r>
              <a:rPr lang="en-US" dirty="0"/>
              <a:t>*</a:t>
            </a:r>
          </a:p>
        </p:txBody>
      </p:sp>
      <p:sp>
        <p:nvSpPr>
          <p:cNvPr id="86019" name="Rectangle 3"/>
          <p:cNvSpPr>
            <a:spLocks noGrp="1" noChangeArrowheads="1"/>
          </p:cNvSpPr>
          <p:nvPr>
            <p:ph type="dt" sz="quarter" idx="1"/>
          </p:nvPr>
        </p:nvSpPr>
        <p:spPr>
          <a:noFill/>
        </p:spPr>
        <p:txBody>
          <a:bodyPr/>
          <a:lstStyle/>
          <a:p>
            <a:r>
              <a:rPr lang="en-US" dirty="0"/>
              <a:t>07/16/96</a:t>
            </a:r>
          </a:p>
        </p:txBody>
      </p:sp>
      <p:sp>
        <p:nvSpPr>
          <p:cNvPr id="8602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86021" name="Rectangle 7"/>
          <p:cNvSpPr>
            <a:spLocks noGrp="1" noChangeArrowheads="1"/>
          </p:cNvSpPr>
          <p:nvPr>
            <p:ph type="sldNum" sz="quarter" idx="5"/>
          </p:nvPr>
        </p:nvSpPr>
        <p:spPr>
          <a:noFill/>
        </p:spPr>
        <p:txBody>
          <a:bodyPr/>
          <a:lstStyle/>
          <a:p>
            <a:fld id="{3A39888D-0E8B-4B3D-B6EC-ABDF79EACAD2}" type="slidenum">
              <a:rPr lang="en-US" smtClean="0"/>
              <a:t>11</a:t>
            </a:fld>
            <a:r>
              <a:rPr lang="en-US" dirty="0"/>
              <a:t>##</a:t>
            </a:r>
          </a:p>
        </p:txBody>
      </p:sp>
      <p:sp>
        <p:nvSpPr>
          <p:cNvPr id="86022" name="Rectangle 2"/>
          <p:cNvSpPr>
            <a:spLocks noGrp="1" noRot="1" noChangeAspect="1" noChangeArrowheads="1" noTextEdit="1"/>
          </p:cNvSpPr>
          <p:nvPr>
            <p:ph type="sldImg"/>
          </p:nvPr>
        </p:nvSpPr>
        <p:spPr>
          <a:xfrm>
            <a:off x="342900" y="696913"/>
            <a:ext cx="6197600" cy="3486150"/>
          </a:xfrm>
        </p:spPr>
      </p:sp>
      <p:sp>
        <p:nvSpPr>
          <p:cNvPr id="86023"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a:noFill/>
        </p:spPr>
        <p:txBody>
          <a:bodyPr/>
          <a:lstStyle/>
          <a:p>
            <a:r>
              <a:rPr lang="en-US" dirty="0"/>
              <a:t>*</a:t>
            </a:r>
          </a:p>
        </p:txBody>
      </p:sp>
      <p:sp>
        <p:nvSpPr>
          <p:cNvPr id="99331" name="Rectangle 3"/>
          <p:cNvSpPr>
            <a:spLocks noGrp="1" noChangeArrowheads="1"/>
          </p:cNvSpPr>
          <p:nvPr>
            <p:ph type="dt" sz="quarter" idx="1"/>
          </p:nvPr>
        </p:nvSpPr>
        <p:spPr>
          <a:noFill/>
        </p:spPr>
        <p:txBody>
          <a:bodyPr/>
          <a:lstStyle/>
          <a:p>
            <a:r>
              <a:rPr lang="en-US" dirty="0"/>
              <a:t>07/16/96</a:t>
            </a:r>
          </a:p>
        </p:txBody>
      </p:sp>
      <p:sp>
        <p:nvSpPr>
          <p:cNvPr id="9933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99333" name="Rectangle 7"/>
          <p:cNvSpPr>
            <a:spLocks noGrp="1" noChangeArrowheads="1"/>
          </p:cNvSpPr>
          <p:nvPr>
            <p:ph type="sldNum" sz="quarter" idx="5"/>
          </p:nvPr>
        </p:nvSpPr>
        <p:spPr>
          <a:noFill/>
        </p:spPr>
        <p:txBody>
          <a:bodyPr/>
          <a:lstStyle/>
          <a:p>
            <a:fld id="{6117E838-D0BC-4038-90B1-607AF9247E9C}" type="slidenum">
              <a:rPr lang="en-US" smtClean="0"/>
              <a:t>12</a:t>
            </a:fld>
            <a:r>
              <a:rPr lang="en-US" dirty="0"/>
              <a:t>##</a:t>
            </a:r>
          </a:p>
        </p:txBody>
      </p:sp>
      <p:sp>
        <p:nvSpPr>
          <p:cNvPr id="99334" name="Rectangle 2"/>
          <p:cNvSpPr>
            <a:spLocks noGrp="1" noRot="1" noChangeAspect="1" noChangeArrowheads="1" noTextEdit="1"/>
          </p:cNvSpPr>
          <p:nvPr>
            <p:ph type="sldImg"/>
          </p:nvPr>
        </p:nvSpPr>
        <p:spPr>
          <a:xfrm>
            <a:off x="342900" y="696913"/>
            <a:ext cx="6197600" cy="3486150"/>
          </a:xfrm>
        </p:spPr>
      </p:sp>
      <p:sp>
        <p:nvSpPr>
          <p:cNvPr id="99335" name="Rectangle 3"/>
          <p:cNvSpPr>
            <a:spLocks noGrp="1" noChangeArrowheads="1"/>
          </p:cNvSpPr>
          <p:nvPr>
            <p:ph type="body" idx="1"/>
          </p:nvPr>
        </p:nvSpPr>
        <p:spPr>
          <a:xfrm>
            <a:off x="687874" y="4415321"/>
            <a:ext cx="5506066" cy="4183164"/>
          </a:xfrm>
          <a:noFill/>
        </p:spPr>
        <p:txBody>
          <a:bodyPr/>
          <a:lstStyle/>
          <a:p>
            <a:pPr eaLnBrk="1" hangingPunct="1"/>
            <a:endParaRPr lang="bg-BG"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a:noFill/>
        </p:spPr>
        <p:txBody>
          <a:bodyPr/>
          <a:lstStyle/>
          <a:p>
            <a:r>
              <a:rPr lang="en-US" dirty="0"/>
              <a:t>*</a:t>
            </a:r>
          </a:p>
        </p:txBody>
      </p:sp>
      <p:sp>
        <p:nvSpPr>
          <p:cNvPr id="92163" name="Rectangle 3"/>
          <p:cNvSpPr>
            <a:spLocks noGrp="1" noChangeArrowheads="1"/>
          </p:cNvSpPr>
          <p:nvPr>
            <p:ph type="dt" sz="quarter" idx="1"/>
          </p:nvPr>
        </p:nvSpPr>
        <p:spPr>
          <a:noFill/>
        </p:spPr>
        <p:txBody>
          <a:bodyPr/>
          <a:lstStyle/>
          <a:p>
            <a:r>
              <a:rPr lang="en-US" dirty="0"/>
              <a:t>07/16/96</a:t>
            </a:r>
          </a:p>
        </p:txBody>
      </p:sp>
      <p:sp>
        <p:nvSpPr>
          <p:cNvPr id="9216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92165" name="Rectangle 7"/>
          <p:cNvSpPr>
            <a:spLocks noGrp="1" noChangeArrowheads="1"/>
          </p:cNvSpPr>
          <p:nvPr>
            <p:ph type="sldNum" sz="quarter" idx="5"/>
          </p:nvPr>
        </p:nvSpPr>
        <p:spPr>
          <a:noFill/>
        </p:spPr>
        <p:txBody>
          <a:bodyPr/>
          <a:lstStyle/>
          <a:p>
            <a:fld id="{3DA2EA80-10D5-4513-9C7A-77A7D6AB35B5}" type="slidenum">
              <a:rPr lang="en-US" smtClean="0"/>
              <a:t>13</a:t>
            </a:fld>
            <a:r>
              <a:rPr lang="en-US" dirty="0"/>
              <a:t>##</a:t>
            </a:r>
          </a:p>
        </p:txBody>
      </p:sp>
      <p:sp>
        <p:nvSpPr>
          <p:cNvPr id="92166" name="Rectangle 2"/>
          <p:cNvSpPr>
            <a:spLocks noGrp="1" noRot="1" noChangeAspect="1" noChangeArrowheads="1" noTextEdit="1"/>
          </p:cNvSpPr>
          <p:nvPr>
            <p:ph type="sldImg"/>
          </p:nvPr>
        </p:nvSpPr>
        <p:spPr>
          <a:xfrm>
            <a:off x="342900" y="696913"/>
            <a:ext cx="6197600" cy="3486150"/>
          </a:xfrm>
        </p:spPr>
      </p:sp>
      <p:sp>
        <p:nvSpPr>
          <p:cNvPr id="92167"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p:spPr>
        <p:txBody>
          <a:bodyPr/>
          <a:lstStyle/>
          <a:p>
            <a:r>
              <a:rPr lang="en-US" dirty="0"/>
              <a:t>*</a:t>
            </a:r>
          </a:p>
        </p:txBody>
      </p:sp>
      <p:sp>
        <p:nvSpPr>
          <p:cNvPr id="93187" name="Rectangle 3"/>
          <p:cNvSpPr>
            <a:spLocks noGrp="1" noChangeArrowheads="1"/>
          </p:cNvSpPr>
          <p:nvPr>
            <p:ph type="dt" sz="quarter" idx="1"/>
          </p:nvPr>
        </p:nvSpPr>
        <p:spPr>
          <a:noFill/>
        </p:spPr>
        <p:txBody>
          <a:bodyPr/>
          <a:lstStyle/>
          <a:p>
            <a:r>
              <a:rPr lang="en-US" dirty="0"/>
              <a:t>07/16/96</a:t>
            </a:r>
          </a:p>
        </p:txBody>
      </p:sp>
      <p:sp>
        <p:nvSpPr>
          <p:cNvPr id="93188"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93189" name="Rectangle 7"/>
          <p:cNvSpPr>
            <a:spLocks noGrp="1" noChangeArrowheads="1"/>
          </p:cNvSpPr>
          <p:nvPr>
            <p:ph type="sldNum" sz="quarter" idx="5"/>
          </p:nvPr>
        </p:nvSpPr>
        <p:spPr>
          <a:noFill/>
        </p:spPr>
        <p:txBody>
          <a:bodyPr/>
          <a:lstStyle/>
          <a:p>
            <a:fld id="{B7BCDBF3-817F-413A-80F8-853CCD39EDE0}" type="slidenum">
              <a:rPr lang="en-US" smtClean="0"/>
              <a:t>14</a:t>
            </a:fld>
            <a:r>
              <a:rPr lang="en-US" dirty="0"/>
              <a:t>##</a:t>
            </a:r>
          </a:p>
        </p:txBody>
      </p:sp>
      <p:sp>
        <p:nvSpPr>
          <p:cNvPr id="93190" name="Rectangle 2"/>
          <p:cNvSpPr>
            <a:spLocks noGrp="1" noRot="1" noChangeAspect="1" noChangeArrowheads="1" noTextEdit="1"/>
          </p:cNvSpPr>
          <p:nvPr>
            <p:ph type="sldImg"/>
          </p:nvPr>
        </p:nvSpPr>
        <p:spPr>
          <a:xfrm>
            <a:off x="342900" y="696913"/>
            <a:ext cx="6197600" cy="3486150"/>
          </a:xfrm>
        </p:spPr>
      </p:sp>
      <p:sp>
        <p:nvSpPr>
          <p:cNvPr id="93191"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ECECEC"/>
                </a:solidFill>
                <a:effectLst/>
                <a:highlight>
                  <a:srgbClr val="212121"/>
                </a:highlight>
                <a:latin typeface="Söhne"/>
              </a:rPr>
              <a:t>id Attribute:</a:t>
            </a:r>
            <a:endParaRPr lang="en-US" b="0" i="0" dirty="0">
              <a:solidFill>
                <a:srgbClr val="ECECEC"/>
              </a:solidFill>
              <a:effectLst/>
              <a:highlight>
                <a:srgbClr val="212121"/>
              </a:highlight>
              <a:latin typeface="Söhne"/>
            </a:endParaRPr>
          </a:p>
          <a:p>
            <a:pPr marL="742950" lvl="1" indent="-285750" algn="l">
              <a:buFont typeface="+mj-lt"/>
              <a:buAutoNum type="arabicPeriod"/>
            </a:pPr>
            <a:r>
              <a:rPr lang="en-US" b="0" i="0" dirty="0">
                <a:solidFill>
                  <a:srgbClr val="ECECEC"/>
                </a:solidFill>
                <a:effectLst/>
                <a:highlight>
                  <a:srgbClr val="212121"/>
                </a:highlight>
                <a:latin typeface="Söhne"/>
              </a:rPr>
              <a:t>The id attribute uniquely identifies an element within an HTML document. Each id value must be unique within the document.</a:t>
            </a:r>
          </a:p>
          <a:p>
            <a:pPr marL="742950" lvl="1" indent="-285750" algn="l">
              <a:buFont typeface="+mj-lt"/>
              <a:buAutoNum type="arabicPeriod"/>
            </a:pPr>
            <a:r>
              <a:rPr lang="en-US" b="0" i="0" dirty="0">
                <a:solidFill>
                  <a:srgbClr val="ECECEC"/>
                </a:solidFill>
                <a:effectLst/>
                <a:highlight>
                  <a:srgbClr val="212121"/>
                </a:highlight>
                <a:latin typeface="Söhne"/>
              </a:rPr>
              <a:t>It's often used to target specific elements with CSS or JavaScript for styling or interactivity purposes.</a:t>
            </a:r>
          </a:p>
          <a:p>
            <a:pPr algn="l">
              <a:buFont typeface="+mj-lt"/>
              <a:buAutoNum type="arabicPeriod"/>
            </a:pPr>
            <a:r>
              <a:rPr lang="en-US" b="1" i="0" dirty="0">
                <a:solidFill>
                  <a:srgbClr val="ECECEC"/>
                </a:solidFill>
                <a:effectLst/>
                <a:highlight>
                  <a:srgbClr val="212121"/>
                </a:highlight>
                <a:latin typeface="Söhne"/>
              </a:rPr>
              <a:t>class Attribute:</a:t>
            </a:r>
            <a:endParaRPr lang="en-US" b="0" i="0" dirty="0">
              <a:solidFill>
                <a:srgbClr val="ECECEC"/>
              </a:solidFill>
              <a:effectLst/>
              <a:highlight>
                <a:srgbClr val="212121"/>
              </a:highlight>
              <a:latin typeface="Söhne"/>
            </a:endParaRPr>
          </a:p>
          <a:p>
            <a:pPr marL="742950" lvl="1" indent="-285750" algn="l">
              <a:buFont typeface="+mj-lt"/>
              <a:buAutoNum type="arabicPeriod"/>
            </a:pPr>
            <a:r>
              <a:rPr lang="en-US" b="0" i="0" dirty="0">
                <a:solidFill>
                  <a:srgbClr val="ECECEC"/>
                </a:solidFill>
                <a:effectLst/>
                <a:highlight>
                  <a:srgbClr val="212121"/>
                </a:highlight>
                <a:latin typeface="Söhne"/>
              </a:rPr>
              <a:t>The class attribute allows you to assign one or more class names to an element, enabling you to apply styles or behavior to multiple elements with the same class.</a:t>
            </a:r>
          </a:p>
          <a:p>
            <a:pPr marL="742950" lvl="1" indent="-285750" algn="l">
              <a:buFont typeface="+mj-lt"/>
              <a:buAutoNum type="arabicPeriod"/>
            </a:pPr>
            <a:r>
              <a:rPr lang="en-US" b="0" i="0" dirty="0">
                <a:solidFill>
                  <a:srgbClr val="ECECEC"/>
                </a:solidFill>
                <a:effectLst/>
                <a:highlight>
                  <a:srgbClr val="212121"/>
                </a:highlight>
                <a:latin typeface="Söhne"/>
              </a:rPr>
              <a:t>Classes provide a way to group elements and apply consistent styles or behavior across them.</a:t>
            </a:r>
          </a:p>
          <a:p>
            <a:pPr algn="l">
              <a:buFont typeface="+mj-lt"/>
              <a:buAutoNum type="arabicPeriod"/>
            </a:pPr>
            <a:r>
              <a:rPr lang="en-US" b="1" i="0" dirty="0">
                <a:solidFill>
                  <a:srgbClr val="ECECEC"/>
                </a:solidFill>
                <a:effectLst/>
                <a:highlight>
                  <a:srgbClr val="212121"/>
                </a:highlight>
                <a:latin typeface="Söhne"/>
              </a:rPr>
              <a:t>style Attribute:</a:t>
            </a:r>
            <a:endParaRPr lang="en-US" b="0" i="0" dirty="0">
              <a:solidFill>
                <a:srgbClr val="ECECEC"/>
              </a:solidFill>
              <a:effectLst/>
              <a:highlight>
                <a:srgbClr val="212121"/>
              </a:highlight>
              <a:latin typeface="Söhne"/>
            </a:endParaRPr>
          </a:p>
          <a:p>
            <a:pPr marL="742950" lvl="1" indent="-285750" algn="l">
              <a:buFont typeface="+mj-lt"/>
              <a:buAutoNum type="arabicPeriod"/>
            </a:pPr>
            <a:r>
              <a:rPr lang="en-US" b="0" i="0" dirty="0">
                <a:solidFill>
                  <a:srgbClr val="ECECEC"/>
                </a:solidFill>
                <a:effectLst/>
                <a:highlight>
                  <a:srgbClr val="212121"/>
                </a:highlight>
                <a:latin typeface="Söhne"/>
              </a:rPr>
              <a:t>The style attribute allows you to apply inline CSS styles directly to an element.</a:t>
            </a:r>
          </a:p>
          <a:p>
            <a:pPr marL="742950" lvl="1" indent="-285750" algn="l">
              <a:buFont typeface="+mj-lt"/>
              <a:buAutoNum type="arabicPeriod"/>
            </a:pPr>
            <a:r>
              <a:rPr lang="en-US" b="0" i="0" dirty="0">
                <a:solidFill>
                  <a:srgbClr val="ECECEC"/>
                </a:solidFill>
                <a:effectLst/>
                <a:highlight>
                  <a:srgbClr val="212121"/>
                </a:highlight>
                <a:latin typeface="Söhne"/>
              </a:rPr>
              <a:t>Inline styles take precedence over external or internal stylesheets and can be useful for making quick, localized styling changes.</a:t>
            </a:r>
          </a:p>
          <a:p>
            <a:pPr algn="l">
              <a:buFont typeface="+mj-lt"/>
              <a:buAutoNum type="arabicPeriod"/>
            </a:pPr>
            <a:r>
              <a:rPr lang="en-US" b="1" i="0" dirty="0">
                <a:solidFill>
                  <a:srgbClr val="ECECEC"/>
                </a:solidFill>
                <a:effectLst/>
                <a:highlight>
                  <a:srgbClr val="212121"/>
                </a:highlight>
                <a:latin typeface="Söhne"/>
              </a:rPr>
              <a:t>title Attribute:</a:t>
            </a:r>
            <a:endParaRPr lang="en-US" b="0" i="0" dirty="0">
              <a:solidFill>
                <a:srgbClr val="ECECEC"/>
              </a:solidFill>
              <a:effectLst/>
              <a:highlight>
                <a:srgbClr val="212121"/>
              </a:highlight>
              <a:latin typeface="Söhne"/>
            </a:endParaRPr>
          </a:p>
          <a:p>
            <a:pPr marL="742950" lvl="1" indent="-285750" algn="l">
              <a:buFont typeface="+mj-lt"/>
              <a:buAutoNum type="arabicPeriod"/>
            </a:pPr>
            <a:r>
              <a:rPr lang="en-US" b="0" i="0" dirty="0">
                <a:solidFill>
                  <a:srgbClr val="ECECEC"/>
                </a:solidFill>
                <a:effectLst/>
                <a:highlight>
                  <a:srgbClr val="212121"/>
                </a:highlight>
                <a:latin typeface="Söhne"/>
              </a:rPr>
              <a:t>The title attribute provides additional information about an element, typically displayed as a tooltip when the user hovers over the element.</a:t>
            </a:r>
          </a:p>
          <a:p>
            <a:pPr marL="742950" lvl="1" indent="-285750" algn="l">
              <a:buFont typeface="+mj-lt"/>
              <a:buAutoNum type="arabicPeriod"/>
            </a:pPr>
            <a:r>
              <a:rPr lang="en-US" b="0" i="0" dirty="0">
                <a:solidFill>
                  <a:srgbClr val="ECECEC"/>
                </a:solidFill>
                <a:effectLst/>
                <a:highlight>
                  <a:srgbClr val="212121"/>
                </a:highlight>
                <a:latin typeface="Söhne"/>
              </a:rPr>
              <a:t>It's commonly used to provide supplementary information or descriptions for elements, such as explaining the purpose of a link or the content of an image.</a:t>
            </a:r>
          </a:p>
        </p:txBody>
      </p:sp>
      <p:sp>
        <p:nvSpPr>
          <p:cNvPr id="4" name="Slide Number Placeholder 3"/>
          <p:cNvSpPr>
            <a:spLocks noGrp="1"/>
          </p:cNvSpPr>
          <p:nvPr>
            <p:ph type="sldNum" sz="quarter" idx="10"/>
          </p:nvPr>
        </p:nvSpPr>
        <p:spPr/>
        <p:txBody>
          <a:bodyPr/>
          <a:lstStyle/>
          <a:p>
            <a:fld id="{6FB4F6EA-423E-42DF-9292-215E7D886C4E}" type="slidenum">
              <a:rPr lang="en-US" smtClean="0"/>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044F24E3-6C3E-C560-0501-EFD4D809CD35}"/>
              </a:ext>
            </a:extLst>
          </p:cNvPr>
          <p:cNvSpPr>
            <a:spLocks noGrp="1" noRot="1" noChangeAspect="1" noChangeArrowheads="1" noTextEdit="1"/>
          </p:cNvSpPr>
          <p:nvPr>
            <p:ph type="sldImg"/>
          </p:nvPr>
        </p:nvSpPr>
        <p:spPr bwMode="auto">
          <a:xfrm>
            <a:off x="3429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FDA2AF94-7D80-40D2-C90B-9B2B18D6AA3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2E27C952-BD8F-51E8-B14F-884265DB7CAC}"/>
              </a:ext>
            </a:extLst>
          </p:cNvPr>
          <p:cNvSpPr>
            <a:spLocks noGrp="1"/>
          </p:cNvSpPr>
          <p:nvPr>
            <p:ph type="sldNum" sz="quarter" idx="5"/>
          </p:nvPr>
        </p:nvSpPr>
        <p:spPr/>
        <p:txBody>
          <a:bodyPr/>
          <a:lstStyle/>
          <a:p>
            <a:pPr>
              <a:defRPr/>
            </a:pPr>
            <a:fld id="{6C984905-6A93-4666-AE79-C53FA0618251}"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a:noFill/>
        </p:spPr>
        <p:txBody>
          <a:bodyPr/>
          <a:lstStyle/>
          <a:p>
            <a:r>
              <a:rPr lang="en-US" dirty="0"/>
              <a:t>*</a:t>
            </a:r>
          </a:p>
        </p:txBody>
      </p:sp>
      <p:sp>
        <p:nvSpPr>
          <p:cNvPr id="96259" name="Rectangle 3"/>
          <p:cNvSpPr>
            <a:spLocks noGrp="1" noChangeArrowheads="1"/>
          </p:cNvSpPr>
          <p:nvPr>
            <p:ph type="dt" sz="quarter" idx="1"/>
          </p:nvPr>
        </p:nvSpPr>
        <p:spPr>
          <a:noFill/>
        </p:spPr>
        <p:txBody>
          <a:bodyPr/>
          <a:lstStyle/>
          <a:p>
            <a:r>
              <a:rPr lang="en-US" dirty="0"/>
              <a:t>07/16/96</a:t>
            </a:r>
          </a:p>
        </p:txBody>
      </p:sp>
      <p:sp>
        <p:nvSpPr>
          <p:cNvPr id="9626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96261" name="Rectangle 7"/>
          <p:cNvSpPr>
            <a:spLocks noGrp="1" noChangeArrowheads="1"/>
          </p:cNvSpPr>
          <p:nvPr>
            <p:ph type="sldNum" sz="quarter" idx="5"/>
          </p:nvPr>
        </p:nvSpPr>
        <p:spPr>
          <a:noFill/>
        </p:spPr>
        <p:txBody>
          <a:bodyPr/>
          <a:lstStyle/>
          <a:p>
            <a:fld id="{AD265368-25E2-4165-B052-AF50CBE6FC21}" type="slidenum">
              <a:rPr lang="en-US" smtClean="0"/>
              <a:t>17</a:t>
            </a:fld>
            <a:r>
              <a:rPr lang="en-US" dirty="0"/>
              <a:t>##</a:t>
            </a:r>
          </a:p>
        </p:txBody>
      </p:sp>
      <p:sp>
        <p:nvSpPr>
          <p:cNvPr id="96262" name="Rectangle 2"/>
          <p:cNvSpPr>
            <a:spLocks noGrp="1" noRot="1" noChangeAspect="1" noChangeArrowheads="1" noTextEdit="1"/>
          </p:cNvSpPr>
          <p:nvPr>
            <p:ph type="sldImg"/>
          </p:nvPr>
        </p:nvSpPr>
        <p:spPr>
          <a:xfrm>
            <a:off x="342900" y="696913"/>
            <a:ext cx="6197600" cy="3486150"/>
          </a:xfrm>
        </p:spPr>
      </p:sp>
      <p:sp>
        <p:nvSpPr>
          <p:cNvPr id="96263" name="Rectangle 3"/>
          <p:cNvSpPr>
            <a:spLocks noGrp="1" noChangeArrowheads="1"/>
          </p:cNvSpPr>
          <p:nvPr>
            <p:ph type="body" idx="1"/>
          </p:nvPr>
        </p:nvSpPr>
        <p:spPr>
          <a:xfrm>
            <a:off x="687874" y="4415321"/>
            <a:ext cx="5506066" cy="4183164"/>
          </a:xfrm>
          <a:noFill/>
        </p:spPr>
        <p:txBody>
          <a:bodyPr/>
          <a:lstStyle/>
          <a:p>
            <a:pPr eaLnBrk="1" hangingPunct="1"/>
            <a:endParaRPr lang="bg-BG"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pPr eaLnBrk="1" hangingPunct="1">
              <a:defRPr/>
            </a:pPr>
            <a:r>
              <a:rPr lang="en-US" altLang="en-US" dirty="0"/>
              <a:t>The &lt;span&gt; tag is much like &lt;div&gt; element, but &lt;div&gt; is  a block level element and &lt;span&gt; is an inline element</a:t>
            </a:r>
          </a:p>
          <a:p>
            <a:pPr eaLnBrk="1" hangingPunct="1">
              <a:defRPr/>
            </a:pPr>
            <a:r>
              <a:rPr lang="en-US" dirty="0">
                <a:solidFill>
                  <a:srgbClr val="10162F"/>
                </a:solidFill>
                <a:highlight>
                  <a:srgbClr val="FFFFFF"/>
                </a:highlight>
                <a:latin typeface="Apercu"/>
              </a:rPr>
              <a:t>One of the most popular elements in HTML is the </a:t>
            </a:r>
            <a:r>
              <a:rPr lang="en-US" dirty="0"/>
              <a:t>&lt;div&gt;</a:t>
            </a:r>
            <a:r>
              <a:rPr lang="en-US" dirty="0">
                <a:solidFill>
                  <a:srgbClr val="10162F"/>
                </a:solidFill>
                <a:highlight>
                  <a:srgbClr val="FFFFFF"/>
                </a:highlight>
                <a:latin typeface="Apercu"/>
              </a:rPr>
              <a:t> element. </a:t>
            </a:r>
            <a:r>
              <a:rPr lang="en-US" u="sng" dirty="0">
                <a:highlight>
                  <a:srgbClr val="FFFFFF"/>
                </a:highlight>
                <a:latin typeface="Apercu"/>
                <a:hlinkClick r:id="rId3"/>
              </a:rPr>
              <a:t>&lt;div&gt;</a:t>
            </a:r>
            <a:r>
              <a:rPr lang="en-US" dirty="0">
                <a:solidFill>
                  <a:srgbClr val="10162F"/>
                </a:solidFill>
                <a:highlight>
                  <a:srgbClr val="FFFFFF"/>
                </a:highlight>
                <a:latin typeface="Apercu"/>
              </a:rPr>
              <a:t> is short for “division” or a container that divides the page into sections. These sections are very useful for grouping elements in your HTML together.</a:t>
            </a:r>
            <a:endParaRPr lang="bg-BG" altLang="en-US" dirty="0"/>
          </a:p>
          <a:p>
            <a:endParaRPr lang="en-US" dirty="0"/>
          </a:p>
        </p:txBody>
      </p:sp>
      <p:sp>
        <p:nvSpPr>
          <p:cNvPr id="4" name="Slide Number Placeholder 3"/>
          <p:cNvSpPr>
            <a:spLocks noGrp="1"/>
          </p:cNvSpPr>
          <p:nvPr>
            <p:ph type="sldNum" sz="quarter" idx="10"/>
          </p:nvPr>
        </p:nvSpPr>
        <p:spPr/>
        <p:txBody>
          <a:bodyPr/>
          <a:lstStyle/>
          <a:p>
            <a:fld id="{6FB4F6EA-423E-42DF-9292-215E7D886C4E}" type="slidenum">
              <a:rPr lang="en-US" smtClean="0"/>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FAEEC098-E080-16A3-DA66-7A0CA2C72ED6}"/>
              </a:ext>
            </a:extLst>
          </p:cNvPr>
          <p:cNvSpPr>
            <a:spLocks noGrp="1" noChangeArrowheads="1"/>
          </p:cNvSpPr>
          <p:nvPr>
            <p:ph type="hdr" sz="quarter"/>
          </p:nvPr>
        </p:nvSpPr>
        <p:spPr/>
        <p:txBody>
          <a:bodyPr/>
          <a:lstStyle/>
          <a:p>
            <a:pPr>
              <a:defRPr/>
            </a:pPr>
            <a:r>
              <a:rPr lang="en-US" dirty="0"/>
              <a:t>*</a:t>
            </a:r>
          </a:p>
        </p:txBody>
      </p:sp>
      <p:sp>
        <p:nvSpPr>
          <p:cNvPr id="96259" name="Rectangle 3">
            <a:extLst>
              <a:ext uri="{FF2B5EF4-FFF2-40B4-BE49-F238E27FC236}">
                <a16:creationId xmlns:a16="http://schemas.microsoft.com/office/drawing/2014/main" id="{0EC847AF-80FA-F708-E484-D36DF3AB101C}"/>
              </a:ext>
            </a:extLst>
          </p:cNvPr>
          <p:cNvSpPr>
            <a:spLocks noGrp="1" noChangeArrowheads="1"/>
          </p:cNvSpPr>
          <p:nvPr>
            <p:ph type="dt" sz="quarter" idx="1"/>
          </p:nvPr>
        </p:nvSpPr>
        <p:spPr/>
        <p:txBody>
          <a:bodyPr/>
          <a:lstStyle/>
          <a:p>
            <a:pPr>
              <a:defRPr/>
            </a:pPr>
            <a:r>
              <a:rPr lang="en-US" dirty="0"/>
              <a:t>07/16/96</a:t>
            </a:r>
          </a:p>
        </p:txBody>
      </p:sp>
      <p:sp>
        <p:nvSpPr>
          <p:cNvPr id="96260" name="Rectangle 6">
            <a:extLst>
              <a:ext uri="{FF2B5EF4-FFF2-40B4-BE49-F238E27FC236}">
                <a16:creationId xmlns:a16="http://schemas.microsoft.com/office/drawing/2014/main" id="{0A3A51D9-8BF5-7EC3-CE50-79046B480E71}"/>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96261" name="Rectangle 7">
            <a:extLst>
              <a:ext uri="{FF2B5EF4-FFF2-40B4-BE49-F238E27FC236}">
                <a16:creationId xmlns:a16="http://schemas.microsoft.com/office/drawing/2014/main" id="{AA1A57C7-81C0-783C-2D54-3F03BCB55C0C}"/>
              </a:ext>
            </a:extLst>
          </p:cNvPr>
          <p:cNvSpPr>
            <a:spLocks noGrp="1" noChangeArrowheads="1"/>
          </p:cNvSpPr>
          <p:nvPr>
            <p:ph type="sldNum" sz="quarter" idx="5"/>
          </p:nvPr>
        </p:nvSpPr>
        <p:spPr/>
        <p:txBody>
          <a:bodyPr/>
          <a:lstStyle/>
          <a:p>
            <a:pPr>
              <a:defRPr/>
            </a:pPr>
            <a:fld id="{B5005A15-803E-4A1B-BFEA-FE858774004C}" type="slidenum">
              <a:rPr lang="en-US" smtClean="0"/>
              <a:pPr>
                <a:defRPr/>
              </a:pPr>
              <a:t>19</a:t>
            </a:fld>
            <a:r>
              <a:rPr lang="en-US" dirty="0"/>
              <a:t>##</a:t>
            </a:r>
          </a:p>
        </p:txBody>
      </p:sp>
      <p:sp>
        <p:nvSpPr>
          <p:cNvPr id="50182" name="Rectangle 2">
            <a:extLst>
              <a:ext uri="{FF2B5EF4-FFF2-40B4-BE49-F238E27FC236}">
                <a16:creationId xmlns:a16="http://schemas.microsoft.com/office/drawing/2014/main" id="{47520A4A-1A3E-27B1-5810-CCEBB7A9A96D}"/>
              </a:ext>
            </a:extLst>
          </p:cNvPr>
          <p:cNvSpPr>
            <a:spLocks noGrp="1" noRot="1" noChangeAspect="1" noChangeArrowheads="1" noTextEdit="1"/>
          </p:cNvSpPr>
          <p:nvPr>
            <p:ph type="sldImg"/>
          </p:nvPr>
        </p:nvSpPr>
        <p:spPr bwMode="auto">
          <a:xfrm>
            <a:off x="3429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3" name="Rectangle 3">
            <a:extLst>
              <a:ext uri="{FF2B5EF4-FFF2-40B4-BE49-F238E27FC236}">
                <a16:creationId xmlns:a16="http://schemas.microsoft.com/office/drawing/2014/main" id="{427522FB-7C5C-0C62-7E7C-E542231B60B8}"/>
              </a:ext>
            </a:extLst>
          </p:cNvPr>
          <p:cNvSpPr>
            <a:spLocks noGrp="1" noChangeArrowheads="1"/>
          </p:cNvSpPr>
          <p:nvPr>
            <p:ph type="body" idx="1"/>
          </p:nvPr>
        </p:nvSpPr>
        <p:spPr bwMode="auto">
          <a:xfrm>
            <a:off x="687388" y="4414838"/>
            <a:ext cx="5507037"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t>The &lt;span&gt; tag is much like &lt;div&gt; element, but &lt;div&gt; is  a block level element and &lt;span&gt; is an inline element</a:t>
            </a:r>
            <a:endParaRPr lang="bg-BG"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3115FDB-1EA0-A059-C927-EDE618FA43E1}"/>
              </a:ext>
            </a:extLst>
          </p:cNvPr>
          <p:cNvSpPr>
            <a:spLocks noGrp="1" noChangeArrowheads="1"/>
          </p:cNvSpPr>
          <p:nvPr>
            <p:ph type="hdr" sz="quarter"/>
          </p:nvPr>
        </p:nvSpPr>
        <p:spPr/>
        <p:txBody>
          <a:bodyPr/>
          <a:lstStyle/>
          <a:p>
            <a:pPr>
              <a:defRPr/>
            </a:pPr>
            <a:r>
              <a:rPr lang="en-US" dirty="0"/>
              <a:t>*</a:t>
            </a:r>
          </a:p>
        </p:txBody>
      </p:sp>
      <p:sp>
        <p:nvSpPr>
          <p:cNvPr id="96259" name="Rectangle 3">
            <a:extLst>
              <a:ext uri="{FF2B5EF4-FFF2-40B4-BE49-F238E27FC236}">
                <a16:creationId xmlns:a16="http://schemas.microsoft.com/office/drawing/2014/main" id="{89C6FCC2-BC81-6627-6918-346F2548F3B8}"/>
              </a:ext>
            </a:extLst>
          </p:cNvPr>
          <p:cNvSpPr>
            <a:spLocks noGrp="1" noChangeArrowheads="1"/>
          </p:cNvSpPr>
          <p:nvPr>
            <p:ph type="dt" sz="quarter" idx="1"/>
          </p:nvPr>
        </p:nvSpPr>
        <p:spPr/>
        <p:txBody>
          <a:bodyPr/>
          <a:lstStyle/>
          <a:p>
            <a:pPr>
              <a:defRPr/>
            </a:pPr>
            <a:r>
              <a:rPr lang="en-US" dirty="0"/>
              <a:t>07/16/96</a:t>
            </a:r>
          </a:p>
        </p:txBody>
      </p:sp>
      <p:sp>
        <p:nvSpPr>
          <p:cNvPr id="96260" name="Rectangle 6">
            <a:extLst>
              <a:ext uri="{FF2B5EF4-FFF2-40B4-BE49-F238E27FC236}">
                <a16:creationId xmlns:a16="http://schemas.microsoft.com/office/drawing/2014/main" id="{59FC5B90-EFBF-6DB8-1BD6-F69C6ACAA7C4}"/>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96261" name="Rectangle 7">
            <a:extLst>
              <a:ext uri="{FF2B5EF4-FFF2-40B4-BE49-F238E27FC236}">
                <a16:creationId xmlns:a16="http://schemas.microsoft.com/office/drawing/2014/main" id="{CC14A6D5-41D6-086E-BACB-D0A3624DA7EA}"/>
              </a:ext>
            </a:extLst>
          </p:cNvPr>
          <p:cNvSpPr>
            <a:spLocks noGrp="1" noChangeArrowheads="1"/>
          </p:cNvSpPr>
          <p:nvPr>
            <p:ph type="sldNum" sz="quarter" idx="5"/>
          </p:nvPr>
        </p:nvSpPr>
        <p:spPr/>
        <p:txBody>
          <a:bodyPr/>
          <a:lstStyle/>
          <a:p>
            <a:pPr>
              <a:defRPr/>
            </a:pPr>
            <a:fld id="{D54434C7-0E0E-40D7-8B4C-A4E70DB57AD1}" type="slidenum">
              <a:rPr lang="en-US" smtClean="0"/>
              <a:pPr>
                <a:defRPr/>
              </a:pPr>
              <a:t>20</a:t>
            </a:fld>
            <a:r>
              <a:rPr lang="en-US" dirty="0"/>
              <a:t>##</a:t>
            </a:r>
          </a:p>
        </p:txBody>
      </p:sp>
      <p:sp>
        <p:nvSpPr>
          <p:cNvPr id="52230" name="Rectangle 2">
            <a:extLst>
              <a:ext uri="{FF2B5EF4-FFF2-40B4-BE49-F238E27FC236}">
                <a16:creationId xmlns:a16="http://schemas.microsoft.com/office/drawing/2014/main" id="{F256A23D-55A4-8F18-BC25-9A5C462AC2E0}"/>
              </a:ext>
            </a:extLst>
          </p:cNvPr>
          <p:cNvSpPr>
            <a:spLocks noGrp="1" noRot="1" noChangeAspect="1" noChangeArrowheads="1" noTextEdit="1"/>
          </p:cNvSpPr>
          <p:nvPr>
            <p:ph type="sldImg"/>
          </p:nvPr>
        </p:nvSpPr>
        <p:spPr bwMode="auto">
          <a:xfrm>
            <a:off x="3429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31" name="Rectangle 3">
            <a:extLst>
              <a:ext uri="{FF2B5EF4-FFF2-40B4-BE49-F238E27FC236}">
                <a16:creationId xmlns:a16="http://schemas.microsoft.com/office/drawing/2014/main" id="{9E396D0F-8459-85B8-D2C3-7CBC61686C58}"/>
              </a:ext>
            </a:extLst>
          </p:cNvPr>
          <p:cNvSpPr>
            <a:spLocks noGrp="1" noChangeArrowheads="1"/>
          </p:cNvSpPr>
          <p:nvPr>
            <p:ph type="body" idx="1"/>
          </p:nvPr>
        </p:nvSpPr>
        <p:spPr bwMode="auto">
          <a:xfrm>
            <a:off x="687388" y="4414838"/>
            <a:ext cx="5507037"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t>The &lt;span&gt; tag is much like &lt;div&gt; element, but &lt;div&gt; is  a block level element and &lt;span&gt; is an inline element</a:t>
            </a:r>
            <a:endParaRPr lang="bg-BG"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p:spPr>
        <p:txBody>
          <a:bodyPr/>
          <a:lstStyle/>
          <a:p>
            <a:r>
              <a:rPr lang="en-US" dirty="0"/>
              <a:t>*</a:t>
            </a:r>
          </a:p>
        </p:txBody>
      </p:sp>
      <p:sp>
        <p:nvSpPr>
          <p:cNvPr id="101379" name="Rectangle 3"/>
          <p:cNvSpPr>
            <a:spLocks noGrp="1" noChangeArrowheads="1"/>
          </p:cNvSpPr>
          <p:nvPr>
            <p:ph type="dt" sz="quarter" idx="1"/>
          </p:nvPr>
        </p:nvSpPr>
        <p:spPr>
          <a:noFill/>
        </p:spPr>
        <p:txBody>
          <a:bodyPr/>
          <a:lstStyle/>
          <a:p>
            <a:r>
              <a:rPr lang="en-US" dirty="0"/>
              <a:t>07/16/96</a:t>
            </a:r>
          </a:p>
        </p:txBody>
      </p:sp>
      <p:sp>
        <p:nvSpPr>
          <p:cNvPr id="10138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1381" name="Rectangle 7"/>
          <p:cNvSpPr>
            <a:spLocks noGrp="1" noChangeArrowheads="1"/>
          </p:cNvSpPr>
          <p:nvPr>
            <p:ph type="sldNum" sz="quarter" idx="5"/>
          </p:nvPr>
        </p:nvSpPr>
        <p:spPr>
          <a:noFill/>
        </p:spPr>
        <p:txBody>
          <a:bodyPr/>
          <a:lstStyle/>
          <a:p>
            <a:fld id="{962D163C-126C-4DC9-BA28-58DE8408799E}" type="slidenum">
              <a:rPr lang="en-US" smtClean="0"/>
              <a:t>21</a:t>
            </a:fld>
            <a:r>
              <a:rPr lang="en-US" dirty="0"/>
              <a:t>##</a:t>
            </a:r>
          </a:p>
        </p:txBody>
      </p:sp>
      <p:sp>
        <p:nvSpPr>
          <p:cNvPr id="101382" name="Rectangle 2"/>
          <p:cNvSpPr>
            <a:spLocks noGrp="1" noRot="1" noChangeAspect="1" noChangeArrowheads="1" noTextEdit="1"/>
          </p:cNvSpPr>
          <p:nvPr>
            <p:ph type="sldImg"/>
          </p:nvPr>
        </p:nvSpPr>
        <p:spPr>
          <a:xfrm>
            <a:off x="342900" y="696913"/>
            <a:ext cx="6197600" cy="3486150"/>
          </a:xfrm>
        </p:spPr>
      </p:sp>
      <p:sp>
        <p:nvSpPr>
          <p:cNvPr id="101383"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a:noFill/>
        </p:spPr>
        <p:txBody>
          <a:bodyPr/>
          <a:lstStyle/>
          <a:p>
            <a:r>
              <a:rPr lang="en-US" dirty="0"/>
              <a:t>*</a:t>
            </a:r>
          </a:p>
        </p:txBody>
      </p:sp>
      <p:sp>
        <p:nvSpPr>
          <p:cNvPr id="89091" name="Rectangle 3"/>
          <p:cNvSpPr>
            <a:spLocks noGrp="1" noChangeArrowheads="1"/>
          </p:cNvSpPr>
          <p:nvPr>
            <p:ph type="dt" sz="quarter" idx="1"/>
          </p:nvPr>
        </p:nvSpPr>
        <p:spPr>
          <a:noFill/>
        </p:spPr>
        <p:txBody>
          <a:bodyPr/>
          <a:lstStyle/>
          <a:p>
            <a:r>
              <a:rPr lang="en-US" dirty="0"/>
              <a:t>07/16/96</a:t>
            </a:r>
          </a:p>
        </p:txBody>
      </p:sp>
      <p:sp>
        <p:nvSpPr>
          <p:cNvPr id="8909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89093" name="Rectangle 7"/>
          <p:cNvSpPr>
            <a:spLocks noGrp="1" noChangeArrowheads="1"/>
          </p:cNvSpPr>
          <p:nvPr>
            <p:ph type="sldNum" sz="quarter" idx="5"/>
          </p:nvPr>
        </p:nvSpPr>
        <p:spPr>
          <a:noFill/>
        </p:spPr>
        <p:txBody>
          <a:bodyPr/>
          <a:lstStyle/>
          <a:p>
            <a:fld id="{73AE9CC0-F221-4827-835E-ED55D757992B}" type="slidenum">
              <a:rPr lang="en-US" smtClean="0"/>
              <a:t>22</a:t>
            </a:fld>
            <a:r>
              <a:rPr lang="en-US" dirty="0"/>
              <a:t>##</a:t>
            </a:r>
          </a:p>
        </p:txBody>
      </p:sp>
      <p:sp>
        <p:nvSpPr>
          <p:cNvPr id="89094" name="Rectangle 2"/>
          <p:cNvSpPr>
            <a:spLocks noGrp="1" noRot="1" noChangeAspect="1" noChangeArrowheads="1" noTextEdit="1"/>
          </p:cNvSpPr>
          <p:nvPr>
            <p:ph type="sldImg"/>
          </p:nvPr>
        </p:nvSpPr>
        <p:spPr>
          <a:xfrm>
            <a:off x="342900" y="696913"/>
            <a:ext cx="6197600" cy="3486150"/>
          </a:xfrm>
        </p:spPr>
      </p:sp>
      <p:sp>
        <p:nvSpPr>
          <p:cNvPr id="89095"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hdr" sz="quarter"/>
          </p:nvPr>
        </p:nvSpPr>
        <p:spPr>
          <a:noFill/>
        </p:spPr>
        <p:txBody>
          <a:bodyPr/>
          <a:lstStyle/>
          <a:p>
            <a:r>
              <a:rPr lang="en-US" dirty="0"/>
              <a:t>*</a:t>
            </a:r>
          </a:p>
        </p:txBody>
      </p:sp>
      <p:sp>
        <p:nvSpPr>
          <p:cNvPr id="102403" name="Rectangle 3"/>
          <p:cNvSpPr>
            <a:spLocks noGrp="1" noChangeArrowheads="1"/>
          </p:cNvSpPr>
          <p:nvPr>
            <p:ph type="dt" sz="quarter" idx="1"/>
          </p:nvPr>
        </p:nvSpPr>
        <p:spPr>
          <a:noFill/>
        </p:spPr>
        <p:txBody>
          <a:bodyPr/>
          <a:lstStyle/>
          <a:p>
            <a:r>
              <a:rPr lang="en-US" dirty="0"/>
              <a:t>07/16/96</a:t>
            </a:r>
          </a:p>
        </p:txBody>
      </p:sp>
      <p:sp>
        <p:nvSpPr>
          <p:cNvPr id="10240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2405" name="Rectangle 7"/>
          <p:cNvSpPr>
            <a:spLocks noGrp="1" noChangeArrowheads="1"/>
          </p:cNvSpPr>
          <p:nvPr>
            <p:ph type="sldNum" sz="quarter" idx="5"/>
          </p:nvPr>
        </p:nvSpPr>
        <p:spPr>
          <a:noFill/>
        </p:spPr>
        <p:txBody>
          <a:bodyPr/>
          <a:lstStyle/>
          <a:p>
            <a:fld id="{09A51349-9DF7-4E6A-8600-A2F1DA387C55}" type="slidenum">
              <a:rPr lang="en-US" smtClean="0"/>
              <a:t>23</a:t>
            </a:fld>
            <a:r>
              <a:rPr lang="en-US" dirty="0"/>
              <a:t>##</a:t>
            </a:r>
          </a:p>
        </p:txBody>
      </p:sp>
      <p:sp>
        <p:nvSpPr>
          <p:cNvPr id="102406" name="Rectangle 2"/>
          <p:cNvSpPr>
            <a:spLocks noGrp="1" noRot="1" noChangeAspect="1" noChangeArrowheads="1" noTextEdit="1"/>
          </p:cNvSpPr>
          <p:nvPr>
            <p:ph type="sldImg"/>
          </p:nvPr>
        </p:nvSpPr>
        <p:spPr>
          <a:xfrm>
            <a:off x="342900" y="696913"/>
            <a:ext cx="6197600" cy="3486150"/>
          </a:xfrm>
        </p:spPr>
      </p:sp>
      <p:sp>
        <p:nvSpPr>
          <p:cNvPr id="102407" name="Rectangle 3"/>
          <p:cNvSpPr>
            <a:spLocks noGrp="1" noChangeArrowheads="1"/>
          </p:cNvSpPr>
          <p:nvPr>
            <p:ph type="body" idx="1"/>
          </p:nvPr>
        </p:nvSpPr>
        <p:spPr>
          <a:xfrm>
            <a:off x="687874" y="4415321"/>
            <a:ext cx="5506066" cy="4183164"/>
          </a:xfrm>
          <a:noFill/>
        </p:spPr>
        <p:txBody>
          <a:bodyPr/>
          <a:lstStyle/>
          <a:p>
            <a:pPr eaLnBrk="1" hangingPunct="1"/>
            <a:endParaRPr lang="bg-BG"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63E61383-32DD-422F-FC22-0A6F83F0E9F1}"/>
              </a:ext>
            </a:extLst>
          </p:cNvPr>
          <p:cNvSpPr>
            <a:spLocks noGrp="1" noChangeArrowheads="1"/>
          </p:cNvSpPr>
          <p:nvPr>
            <p:ph type="hdr" sz="quarter"/>
          </p:nvPr>
        </p:nvSpPr>
        <p:spPr/>
        <p:txBody>
          <a:bodyPr/>
          <a:lstStyle/>
          <a:p>
            <a:pPr>
              <a:defRPr/>
            </a:pPr>
            <a:r>
              <a:rPr lang="en-US" dirty="0"/>
              <a:t>*</a:t>
            </a:r>
          </a:p>
        </p:txBody>
      </p:sp>
      <p:sp>
        <p:nvSpPr>
          <p:cNvPr id="103427" name="Rectangle 3">
            <a:extLst>
              <a:ext uri="{FF2B5EF4-FFF2-40B4-BE49-F238E27FC236}">
                <a16:creationId xmlns:a16="http://schemas.microsoft.com/office/drawing/2014/main" id="{BDAF4BD7-00FF-1818-95BE-1BEE026E0042}"/>
              </a:ext>
            </a:extLst>
          </p:cNvPr>
          <p:cNvSpPr>
            <a:spLocks noGrp="1" noChangeArrowheads="1"/>
          </p:cNvSpPr>
          <p:nvPr>
            <p:ph type="dt" sz="quarter" idx="1"/>
          </p:nvPr>
        </p:nvSpPr>
        <p:spPr/>
        <p:txBody>
          <a:bodyPr/>
          <a:lstStyle/>
          <a:p>
            <a:pPr>
              <a:defRPr/>
            </a:pPr>
            <a:r>
              <a:rPr lang="en-US" dirty="0"/>
              <a:t>07/16/96</a:t>
            </a:r>
          </a:p>
        </p:txBody>
      </p:sp>
      <p:sp>
        <p:nvSpPr>
          <p:cNvPr id="103428" name="Rectangle 6">
            <a:extLst>
              <a:ext uri="{FF2B5EF4-FFF2-40B4-BE49-F238E27FC236}">
                <a16:creationId xmlns:a16="http://schemas.microsoft.com/office/drawing/2014/main" id="{476CBBDC-7BEE-C6C5-CBE0-65B99AF4024A}"/>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103429" name="Rectangle 7">
            <a:extLst>
              <a:ext uri="{FF2B5EF4-FFF2-40B4-BE49-F238E27FC236}">
                <a16:creationId xmlns:a16="http://schemas.microsoft.com/office/drawing/2014/main" id="{84855A3B-501E-B0EF-AAA6-9C4B32DBAA9B}"/>
              </a:ext>
            </a:extLst>
          </p:cNvPr>
          <p:cNvSpPr>
            <a:spLocks noGrp="1" noChangeArrowheads="1"/>
          </p:cNvSpPr>
          <p:nvPr>
            <p:ph type="sldNum" sz="quarter" idx="5"/>
          </p:nvPr>
        </p:nvSpPr>
        <p:spPr/>
        <p:txBody>
          <a:bodyPr/>
          <a:lstStyle/>
          <a:p>
            <a:pPr>
              <a:defRPr/>
            </a:pPr>
            <a:fld id="{D855D87D-435A-4EE6-A768-3AA568EAA7F2}" type="slidenum">
              <a:rPr lang="en-US" smtClean="0"/>
              <a:pPr>
                <a:defRPr/>
              </a:pPr>
              <a:t>24</a:t>
            </a:fld>
            <a:r>
              <a:rPr lang="en-US" dirty="0"/>
              <a:t>##</a:t>
            </a:r>
          </a:p>
        </p:txBody>
      </p:sp>
      <p:sp>
        <p:nvSpPr>
          <p:cNvPr id="62470" name="Rectangle 2">
            <a:extLst>
              <a:ext uri="{FF2B5EF4-FFF2-40B4-BE49-F238E27FC236}">
                <a16:creationId xmlns:a16="http://schemas.microsoft.com/office/drawing/2014/main" id="{20D5782F-82E2-A02C-E55B-3092A1FBCFE7}"/>
              </a:ext>
            </a:extLst>
          </p:cNvPr>
          <p:cNvSpPr>
            <a:spLocks noGrp="1" noRot="1" noChangeAspect="1" noChangeArrowheads="1" noTextEdit="1"/>
          </p:cNvSpPr>
          <p:nvPr>
            <p:ph type="sldImg"/>
          </p:nvPr>
        </p:nvSpPr>
        <p:spPr bwMode="auto">
          <a:xfrm>
            <a:off x="3429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71" name="Rectangle 3">
            <a:extLst>
              <a:ext uri="{FF2B5EF4-FFF2-40B4-BE49-F238E27FC236}">
                <a16:creationId xmlns:a16="http://schemas.microsoft.com/office/drawing/2014/main" id="{B3F31A8D-D3E6-06A4-D400-5691AB59887B}"/>
              </a:ext>
            </a:extLst>
          </p:cNvPr>
          <p:cNvSpPr>
            <a:spLocks noGrp="1" noChangeArrowheads="1"/>
          </p:cNvSpPr>
          <p:nvPr>
            <p:ph type="body" idx="1"/>
          </p:nvPr>
        </p:nvSpPr>
        <p:spPr bwMode="auto">
          <a:xfrm>
            <a:off x="687388" y="4414838"/>
            <a:ext cx="5507037"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a:noFill/>
        </p:spPr>
        <p:txBody>
          <a:bodyPr/>
          <a:lstStyle/>
          <a:p>
            <a:r>
              <a:rPr lang="en-US" dirty="0"/>
              <a:t>*</a:t>
            </a:r>
          </a:p>
        </p:txBody>
      </p:sp>
      <p:sp>
        <p:nvSpPr>
          <p:cNvPr id="104451" name="Rectangle 3"/>
          <p:cNvSpPr>
            <a:spLocks noGrp="1" noChangeArrowheads="1"/>
          </p:cNvSpPr>
          <p:nvPr>
            <p:ph type="dt" sz="quarter" idx="1"/>
          </p:nvPr>
        </p:nvSpPr>
        <p:spPr>
          <a:noFill/>
        </p:spPr>
        <p:txBody>
          <a:bodyPr/>
          <a:lstStyle/>
          <a:p>
            <a:r>
              <a:rPr lang="en-US" dirty="0"/>
              <a:t>07/16/96</a:t>
            </a:r>
          </a:p>
        </p:txBody>
      </p:sp>
      <p:sp>
        <p:nvSpPr>
          <p:cNvPr id="10445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4453" name="Rectangle 7"/>
          <p:cNvSpPr>
            <a:spLocks noGrp="1" noChangeArrowheads="1"/>
          </p:cNvSpPr>
          <p:nvPr>
            <p:ph type="sldNum" sz="quarter" idx="5"/>
          </p:nvPr>
        </p:nvSpPr>
        <p:spPr>
          <a:noFill/>
        </p:spPr>
        <p:txBody>
          <a:bodyPr/>
          <a:lstStyle/>
          <a:p>
            <a:fld id="{2E143D7E-AF9C-4BE7-A6A8-4D1B56F39BE2}" type="slidenum">
              <a:rPr lang="en-US" smtClean="0"/>
              <a:t>25</a:t>
            </a:fld>
            <a:r>
              <a:rPr lang="en-US" dirty="0"/>
              <a:t>##</a:t>
            </a:r>
          </a:p>
        </p:txBody>
      </p:sp>
      <p:sp>
        <p:nvSpPr>
          <p:cNvPr id="104454" name="Rectangle 2"/>
          <p:cNvSpPr>
            <a:spLocks noGrp="1" noRot="1" noChangeAspect="1" noChangeArrowheads="1" noTextEdit="1"/>
          </p:cNvSpPr>
          <p:nvPr>
            <p:ph type="sldImg"/>
          </p:nvPr>
        </p:nvSpPr>
        <p:spPr>
          <a:xfrm>
            <a:off x="342900" y="696913"/>
            <a:ext cx="6197600" cy="3486150"/>
          </a:xfrm>
        </p:spPr>
      </p:sp>
      <p:sp>
        <p:nvSpPr>
          <p:cNvPr id="104455"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a:noFill/>
        </p:spPr>
        <p:txBody>
          <a:bodyPr/>
          <a:lstStyle/>
          <a:p>
            <a:r>
              <a:rPr lang="en-US" dirty="0"/>
              <a:t>*</a:t>
            </a:r>
          </a:p>
        </p:txBody>
      </p:sp>
      <p:sp>
        <p:nvSpPr>
          <p:cNvPr id="106499" name="Rectangle 3"/>
          <p:cNvSpPr>
            <a:spLocks noGrp="1" noChangeArrowheads="1"/>
          </p:cNvSpPr>
          <p:nvPr>
            <p:ph type="dt" sz="quarter" idx="1"/>
          </p:nvPr>
        </p:nvSpPr>
        <p:spPr>
          <a:noFill/>
        </p:spPr>
        <p:txBody>
          <a:bodyPr/>
          <a:lstStyle/>
          <a:p>
            <a:r>
              <a:rPr lang="en-US" dirty="0"/>
              <a:t>07/16/96</a:t>
            </a:r>
          </a:p>
        </p:txBody>
      </p:sp>
      <p:sp>
        <p:nvSpPr>
          <p:cNvPr id="10650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6501" name="Rectangle 7"/>
          <p:cNvSpPr>
            <a:spLocks noGrp="1" noChangeArrowheads="1"/>
          </p:cNvSpPr>
          <p:nvPr>
            <p:ph type="sldNum" sz="quarter" idx="5"/>
          </p:nvPr>
        </p:nvSpPr>
        <p:spPr>
          <a:noFill/>
        </p:spPr>
        <p:txBody>
          <a:bodyPr/>
          <a:lstStyle/>
          <a:p>
            <a:fld id="{064043C2-4D47-4DC4-9382-A0E92EC9EE87}" type="slidenum">
              <a:rPr lang="en-US" smtClean="0"/>
              <a:t>27</a:t>
            </a:fld>
            <a:r>
              <a:rPr lang="en-US" dirty="0"/>
              <a:t>##</a:t>
            </a:r>
          </a:p>
        </p:txBody>
      </p:sp>
      <p:sp>
        <p:nvSpPr>
          <p:cNvPr id="106502" name="Rectangle 2"/>
          <p:cNvSpPr>
            <a:spLocks noGrp="1" noRot="1" noChangeAspect="1" noChangeArrowheads="1" noTextEdit="1"/>
          </p:cNvSpPr>
          <p:nvPr>
            <p:ph type="sldImg"/>
          </p:nvPr>
        </p:nvSpPr>
        <p:spPr>
          <a:xfrm>
            <a:off x="342900" y="696913"/>
            <a:ext cx="6197600" cy="3486150"/>
          </a:xfrm>
        </p:spPr>
      </p:sp>
      <p:sp>
        <p:nvSpPr>
          <p:cNvPr id="106503"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a:noFill/>
        </p:spPr>
        <p:txBody>
          <a:bodyPr/>
          <a:lstStyle/>
          <a:p>
            <a:r>
              <a:rPr lang="en-US" dirty="0"/>
              <a:t>*</a:t>
            </a:r>
          </a:p>
        </p:txBody>
      </p:sp>
      <p:sp>
        <p:nvSpPr>
          <p:cNvPr id="109571" name="Rectangle 3"/>
          <p:cNvSpPr>
            <a:spLocks noGrp="1" noChangeArrowheads="1"/>
          </p:cNvSpPr>
          <p:nvPr>
            <p:ph type="dt" sz="quarter" idx="1"/>
          </p:nvPr>
        </p:nvSpPr>
        <p:spPr>
          <a:noFill/>
        </p:spPr>
        <p:txBody>
          <a:bodyPr/>
          <a:lstStyle/>
          <a:p>
            <a:r>
              <a:rPr lang="en-US" dirty="0"/>
              <a:t>07/16/96</a:t>
            </a:r>
          </a:p>
        </p:txBody>
      </p:sp>
      <p:sp>
        <p:nvSpPr>
          <p:cNvPr id="10957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9573" name="Rectangle 7"/>
          <p:cNvSpPr>
            <a:spLocks noGrp="1" noChangeArrowheads="1"/>
          </p:cNvSpPr>
          <p:nvPr>
            <p:ph type="sldNum" sz="quarter" idx="5"/>
          </p:nvPr>
        </p:nvSpPr>
        <p:spPr>
          <a:noFill/>
        </p:spPr>
        <p:txBody>
          <a:bodyPr/>
          <a:lstStyle/>
          <a:p>
            <a:fld id="{DBE1EECB-A9CB-4FE9-AE24-0AACBF6066D2}" type="slidenum">
              <a:rPr lang="en-US" smtClean="0"/>
              <a:t>28</a:t>
            </a:fld>
            <a:r>
              <a:rPr lang="en-US" dirty="0"/>
              <a:t>##</a:t>
            </a:r>
          </a:p>
        </p:txBody>
      </p:sp>
      <p:sp>
        <p:nvSpPr>
          <p:cNvPr id="109574" name="Rectangle 2"/>
          <p:cNvSpPr>
            <a:spLocks noGrp="1" noRot="1" noChangeAspect="1" noChangeArrowheads="1" noTextEdit="1"/>
          </p:cNvSpPr>
          <p:nvPr>
            <p:ph type="sldImg"/>
          </p:nvPr>
        </p:nvSpPr>
        <p:spPr>
          <a:xfrm>
            <a:off x="342900" y="696913"/>
            <a:ext cx="6197600" cy="3486150"/>
          </a:xfrm>
        </p:spPr>
      </p:sp>
      <p:sp>
        <p:nvSpPr>
          <p:cNvPr id="109575"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a:noFill/>
        </p:spPr>
        <p:txBody>
          <a:bodyPr/>
          <a:lstStyle/>
          <a:p>
            <a:r>
              <a:rPr lang="en-US" dirty="0"/>
              <a:t>*</a:t>
            </a:r>
          </a:p>
        </p:txBody>
      </p:sp>
      <p:sp>
        <p:nvSpPr>
          <p:cNvPr id="108547" name="Rectangle 3"/>
          <p:cNvSpPr>
            <a:spLocks noGrp="1" noChangeArrowheads="1"/>
          </p:cNvSpPr>
          <p:nvPr>
            <p:ph type="dt" sz="quarter" idx="1"/>
          </p:nvPr>
        </p:nvSpPr>
        <p:spPr>
          <a:noFill/>
        </p:spPr>
        <p:txBody>
          <a:bodyPr/>
          <a:lstStyle/>
          <a:p>
            <a:r>
              <a:rPr lang="en-US" dirty="0"/>
              <a:t>07/16/96</a:t>
            </a:r>
          </a:p>
        </p:txBody>
      </p:sp>
      <p:sp>
        <p:nvSpPr>
          <p:cNvPr id="108548"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08549" name="Rectangle 7"/>
          <p:cNvSpPr>
            <a:spLocks noGrp="1" noChangeArrowheads="1"/>
          </p:cNvSpPr>
          <p:nvPr>
            <p:ph type="sldNum" sz="quarter" idx="5"/>
          </p:nvPr>
        </p:nvSpPr>
        <p:spPr>
          <a:noFill/>
        </p:spPr>
        <p:txBody>
          <a:bodyPr/>
          <a:lstStyle/>
          <a:p>
            <a:fld id="{27FF3CAC-14D5-443C-B9F5-5AEC40A8DA58}" type="slidenum">
              <a:rPr lang="en-US" smtClean="0"/>
              <a:t>29</a:t>
            </a:fld>
            <a:r>
              <a:rPr lang="en-US" dirty="0"/>
              <a:t>##</a:t>
            </a:r>
          </a:p>
        </p:txBody>
      </p:sp>
      <p:sp>
        <p:nvSpPr>
          <p:cNvPr id="108550" name="Rectangle 2"/>
          <p:cNvSpPr>
            <a:spLocks noGrp="1" noRot="1" noChangeAspect="1" noChangeArrowheads="1" noTextEdit="1"/>
          </p:cNvSpPr>
          <p:nvPr>
            <p:ph type="sldImg"/>
          </p:nvPr>
        </p:nvSpPr>
        <p:spPr>
          <a:xfrm>
            <a:off x="342900" y="696913"/>
            <a:ext cx="6197600" cy="3486150"/>
          </a:xfrm>
        </p:spPr>
      </p:sp>
      <p:sp>
        <p:nvSpPr>
          <p:cNvPr id="108551"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a:noFill/>
        </p:spPr>
        <p:txBody>
          <a:bodyPr/>
          <a:lstStyle/>
          <a:p>
            <a:r>
              <a:rPr lang="en-US" dirty="0"/>
              <a:t>*</a:t>
            </a:r>
          </a:p>
        </p:txBody>
      </p:sp>
      <p:sp>
        <p:nvSpPr>
          <p:cNvPr id="112643" name="Rectangle 3"/>
          <p:cNvSpPr>
            <a:spLocks noGrp="1" noChangeArrowheads="1"/>
          </p:cNvSpPr>
          <p:nvPr>
            <p:ph type="dt" sz="quarter" idx="1"/>
          </p:nvPr>
        </p:nvSpPr>
        <p:spPr>
          <a:noFill/>
        </p:spPr>
        <p:txBody>
          <a:bodyPr/>
          <a:lstStyle/>
          <a:p>
            <a:r>
              <a:rPr lang="en-US" dirty="0"/>
              <a:t>07/16/96</a:t>
            </a:r>
          </a:p>
        </p:txBody>
      </p:sp>
      <p:sp>
        <p:nvSpPr>
          <p:cNvPr id="11264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12645" name="Rectangle 7"/>
          <p:cNvSpPr>
            <a:spLocks noGrp="1" noChangeArrowheads="1"/>
          </p:cNvSpPr>
          <p:nvPr>
            <p:ph type="sldNum" sz="quarter" idx="5"/>
          </p:nvPr>
        </p:nvSpPr>
        <p:spPr>
          <a:noFill/>
        </p:spPr>
        <p:txBody>
          <a:bodyPr/>
          <a:lstStyle/>
          <a:p>
            <a:fld id="{7563CF38-3629-4207-957A-9B391F7372AA}" type="slidenum">
              <a:rPr lang="en-US" smtClean="0"/>
              <a:t>30</a:t>
            </a:fld>
            <a:r>
              <a:rPr lang="en-US" dirty="0"/>
              <a:t>##</a:t>
            </a:r>
          </a:p>
        </p:txBody>
      </p:sp>
      <p:sp>
        <p:nvSpPr>
          <p:cNvPr id="112646" name="Rectangle 2"/>
          <p:cNvSpPr>
            <a:spLocks noGrp="1" noRot="1" noChangeAspect="1" noChangeArrowheads="1" noTextEdit="1"/>
          </p:cNvSpPr>
          <p:nvPr>
            <p:ph type="sldImg"/>
          </p:nvPr>
        </p:nvSpPr>
        <p:spPr>
          <a:xfrm>
            <a:off x="342900" y="696913"/>
            <a:ext cx="6197600" cy="3486150"/>
          </a:xfrm>
        </p:spPr>
      </p:sp>
      <p:sp>
        <p:nvSpPr>
          <p:cNvPr id="112647"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a:noFill/>
        </p:spPr>
        <p:txBody>
          <a:bodyPr/>
          <a:lstStyle/>
          <a:p>
            <a:r>
              <a:rPr lang="en-US" dirty="0"/>
              <a:t>*</a:t>
            </a:r>
          </a:p>
        </p:txBody>
      </p:sp>
      <p:sp>
        <p:nvSpPr>
          <p:cNvPr id="116739" name="Rectangle 3"/>
          <p:cNvSpPr>
            <a:spLocks noGrp="1" noChangeArrowheads="1"/>
          </p:cNvSpPr>
          <p:nvPr>
            <p:ph type="dt" sz="quarter" idx="1"/>
          </p:nvPr>
        </p:nvSpPr>
        <p:spPr>
          <a:noFill/>
        </p:spPr>
        <p:txBody>
          <a:bodyPr/>
          <a:lstStyle/>
          <a:p>
            <a:r>
              <a:rPr lang="en-US" dirty="0"/>
              <a:t>07/16/96</a:t>
            </a:r>
          </a:p>
        </p:txBody>
      </p:sp>
      <p:sp>
        <p:nvSpPr>
          <p:cNvPr id="11674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16741" name="Rectangle 7"/>
          <p:cNvSpPr>
            <a:spLocks noGrp="1" noChangeArrowheads="1"/>
          </p:cNvSpPr>
          <p:nvPr>
            <p:ph type="sldNum" sz="quarter" idx="5"/>
          </p:nvPr>
        </p:nvSpPr>
        <p:spPr>
          <a:noFill/>
        </p:spPr>
        <p:txBody>
          <a:bodyPr/>
          <a:lstStyle/>
          <a:p>
            <a:fld id="{5B9AA7D0-3F1B-43FA-8D31-EDC895D9AB06}" type="slidenum">
              <a:rPr lang="en-US" smtClean="0"/>
              <a:t>31</a:t>
            </a:fld>
            <a:r>
              <a:rPr lang="en-US" dirty="0"/>
              <a:t>##</a:t>
            </a:r>
          </a:p>
        </p:txBody>
      </p:sp>
      <p:sp>
        <p:nvSpPr>
          <p:cNvPr id="116742" name="Rectangle 2"/>
          <p:cNvSpPr>
            <a:spLocks noGrp="1" noRot="1" noChangeAspect="1" noChangeArrowheads="1" noTextEdit="1"/>
          </p:cNvSpPr>
          <p:nvPr>
            <p:ph type="sldImg"/>
          </p:nvPr>
        </p:nvSpPr>
        <p:spPr>
          <a:xfrm>
            <a:off x="342900" y="696913"/>
            <a:ext cx="6197600" cy="3486150"/>
          </a:xfrm>
        </p:spPr>
      </p:sp>
      <p:sp>
        <p:nvSpPr>
          <p:cNvPr id="116743"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a:noFill/>
        </p:spPr>
        <p:txBody>
          <a:bodyPr/>
          <a:lstStyle/>
          <a:p>
            <a:r>
              <a:rPr lang="en-US" dirty="0"/>
              <a:t>*</a:t>
            </a:r>
          </a:p>
        </p:txBody>
      </p:sp>
      <p:sp>
        <p:nvSpPr>
          <p:cNvPr id="117763" name="Rectangle 3"/>
          <p:cNvSpPr>
            <a:spLocks noGrp="1" noChangeArrowheads="1"/>
          </p:cNvSpPr>
          <p:nvPr>
            <p:ph type="dt" sz="quarter" idx="1"/>
          </p:nvPr>
        </p:nvSpPr>
        <p:spPr>
          <a:noFill/>
        </p:spPr>
        <p:txBody>
          <a:bodyPr/>
          <a:lstStyle/>
          <a:p>
            <a:r>
              <a:rPr lang="en-US" dirty="0"/>
              <a:t>07/16/96</a:t>
            </a:r>
          </a:p>
        </p:txBody>
      </p:sp>
      <p:sp>
        <p:nvSpPr>
          <p:cNvPr id="11776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17765" name="Rectangle 7"/>
          <p:cNvSpPr>
            <a:spLocks noGrp="1" noChangeArrowheads="1"/>
          </p:cNvSpPr>
          <p:nvPr>
            <p:ph type="sldNum" sz="quarter" idx="5"/>
          </p:nvPr>
        </p:nvSpPr>
        <p:spPr>
          <a:noFill/>
        </p:spPr>
        <p:txBody>
          <a:bodyPr/>
          <a:lstStyle/>
          <a:p>
            <a:fld id="{13BB2E8C-884E-4A72-BE6E-4CFA2D6E772A}" type="slidenum">
              <a:rPr lang="en-US" smtClean="0"/>
              <a:t>32</a:t>
            </a:fld>
            <a:r>
              <a:rPr lang="en-US" dirty="0"/>
              <a:t>##</a:t>
            </a:r>
          </a:p>
        </p:txBody>
      </p:sp>
      <p:sp>
        <p:nvSpPr>
          <p:cNvPr id="117766" name="Rectangle 2"/>
          <p:cNvSpPr>
            <a:spLocks noGrp="1" noRot="1" noChangeAspect="1" noChangeArrowheads="1" noTextEdit="1"/>
          </p:cNvSpPr>
          <p:nvPr>
            <p:ph type="sldImg"/>
          </p:nvPr>
        </p:nvSpPr>
        <p:spPr>
          <a:xfrm>
            <a:off x="342900" y="696913"/>
            <a:ext cx="6197600" cy="3486150"/>
          </a:xfrm>
        </p:spPr>
      </p:sp>
      <p:sp>
        <p:nvSpPr>
          <p:cNvPr id="117767"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a:noFill/>
        </p:spPr>
        <p:txBody>
          <a:bodyPr/>
          <a:lstStyle/>
          <a:p>
            <a:r>
              <a:rPr lang="en-US" dirty="0"/>
              <a:t>*</a:t>
            </a:r>
          </a:p>
        </p:txBody>
      </p:sp>
      <p:sp>
        <p:nvSpPr>
          <p:cNvPr id="118787" name="Rectangle 3"/>
          <p:cNvSpPr>
            <a:spLocks noGrp="1" noChangeArrowheads="1"/>
          </p:cNvSpPr>
          <p:nvPr>
            <p:ph type="dt" sz="quarter" idx="1"/>
          </p:nvPr>
        </p:nvSpPr>
        <p:spPr>
          <a:noFill/>
        </p:spPr>
        <p:txBody>
          <a:bodyPr/>
          <a:lstStyle/>
          <a:p>
            <a:r>
              <a:rPr lang="en-US" dirty="0"/>
              <a:t>07/16/96</a:t>
            </a:r>
          </a:p>
        </p:txBody>
      </p:sp>
      <p:sp>
        <p:nvSpPr>
          <p:cNvPr id="118788"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18789" name="Rectangle 7"/>
          <p:cNvSpPr>
            <a:spLocks noGrp="1" noChangeArrowheads="1"/>
          </p:cNvSpPr>
          <p:nvPr>
            <p:ph type="sldNum" sz="quarter" idx="5"/>
          </p:nvPr>
        </p:nvSpPr>
        <p:spPr>
          <a:noFill/>
        </p:spPr>
        <p:txBody>
          <a:bodyPr/>
          <a:lstStyle/>
          <a:p>
            <a:fld id="{33B824F6-72CD-4E17-B8CA-D587F41B34DB}" type="slidenum">
              <a:rPr lang="en-US" smtClean="0"/>
              <a:t>33</a:t>
            </a:fld>
            <a:r>
              <a:rPr lang="en-US" dirty="0"/>
              <a:t>##</a:t>
            </a:r>
          </a:p>
        </p:txBody>
      </p:sp>
      <p:sp>
        <p:nvSpPr>
          <p:cNvPr id="118790" name="Rectangle 2"/>
          <p:cNvSpPr>
            <a:spLocks noGrp="1" noRot="1" noChangeAspect="1" noChangeArrowheads="1" noTextEdit="1"/>
          </p:cNvSpPr>
          <p:nvPr>
            <p:ph type="sldImg"/>
          </p:nvPr>
        </p:nvSpPr>
        <p:spPr>
          <a:xfrm>
            <a:off x="342900" y="696913"/>
            <a:ext cx="6197600" cy="3486150"/>
          </a:xfrm>
        </p:spPr>
      </p:sp>
      <p:sp>
        <p:nvSpPr>
          <p:cNvPr id="118791"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34</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36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a:noFill/>
        </p:spPr>
        <p:txBody>
          <a:bodyPr/>
          <a:lstStyle/>
          <a:p>
            <a:r>
              <a:rPr lang="en-US" dirty="0"/>
              <a:t>*</a:t>
            </a:r>
          </a:p>
        </p:txBody>
      </p:sp>
      <p:sp>
        <p:nvSpPr>
          <p:cNvPr id="121859" name="Rectangle 3"/>
          <p:cNvSpPr>
            <a:spLocks noGrp="1" noChangeArrowheads="1"/>
          </p:cNvSpPr>
          <p:nvPr>
            <p:ph type="dt" sz="quarter" idx="1"/>
          </p:nvPr>
        </p:nvSpPr>
        <p:spPr>
          <a:noFill/>
        </p:spPr>
        <p:txBody>
          <a:bodyPr/>
          <a:lstStyle/>
          <a:p>
            <a:r>
              <a:rPr lang="en-US" dirty="0"/>
              <a:t>07/16/96</a:t>
            </a:r>
          </a:p>
        </p:txBody>
      </p:sp>
      <p:sp>
        <p:nvSpPr>
          <p:cNvPr id="12186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1861" name="Rectangle 7"/>
          <p:cNvSpPr>
            <a:spLocks noGrp="1" noChangeArrowheads="1"/>
          </p:cNvSpPr>
          <p:nvPr>
            <p:ph type="sldNum" sz="quarter" idx="5"/>
          </p:nvPr>
        </p:nvSpPr>
        <p:spPr>
          <a:noFill/>
        </p:spPr>
        <p:txBody>
          <a:bodyPr/>
          <a:lstStyle/>
          <a:p>
            <a:fld id="{00C5AA08-3298-4D11-8DDA-824E3914C5C1}" type="slidenum">
              <a:rPr lang="en-US" smtClean="0"/>
              <a:t>37</a:t>
            </a:fld>
            <a:r>
              <a:rPr lang="en-US" dirty="0"/>
              <a:t>##</a:t>
            </a:r>
          </a:p>
        </p:txBody>
      </p:sp>
      <p:sp>
        <p:nvSpPr>
          <p:cNvPr id="121862" name="Rectangle 2"/>
          <p:cNvSpPr>
            <a:spLocks noGrp="1" noRot="1" noChangeAspect="1" noChangeArrowheads="1" noTextEdit="1"/>
          </p:cNvSpPr>
          <p:nvPr>
            <p:ph type="sldImg"/>
          </p:nvPr>
        </p:nvSpPr>
        <p:spPr>
          <a:xfrm>
            <a:off x="342900" y="696913"/>
            <a:ext cx="6197600" cy="3486150"/>
          </a:xfrm>
        </p:spPr>
      </p:sp>
      <p:sp>
        <p:nvSpPr>
          <p:cNvPr id="121863"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a:noFill/>
        </p:spPr>
        <p:txBody>
          <a:bodyPr/>
          <a:lstStyle/>
          <a:p>
            <a:r>
              <a:rPr lang="en-US" dirty="0"/>
              <a:t>*</a:t>
            </a:r>
          </a:p>
        </p:txBody>
      </p:sp>
      <p:sp>
        <p:nvSpPr>
          <p:cNvPr id="122883" name="Rectangle 3"/>
          <p:cNvSpPr>
            <a:spLocks noGrp="1" noChangeArrowheads="1"/>
          </p:cNvSpPr>
          <p:nvPr>
            <p:ph type="dt" sz="quarter" idx="1"/>
          </p:nvPr>
        </p:nvSpPr>
        <p:spPr>
          <a:noFill/>
        </p:spPr>
        <p:txBody>
          <a:bodyPr/>
          <a:lstStyle/>
          <a:p>
            <a:r>
              <a:rPr lang="en-US" dirty="0"/>
              <a:t>07/16/96</a:t>
            </a:r>
          </a:p>
        </p:txBody>
      </p:sp>
      <p:sp>
        <p:nvSpPr>
          <p:cNvPr id="12288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2885" name="Rectangle 7"/>
          <p:cNvSpPr>
            <a:spLocks noGrp="1" noChangeArrowheads="1"/>
          </p:cNvSpPr>
          <p:nvPr>
            <p:ph type="sldNum" sz="quarter" idx="5"/>
          </p:nvPr>
        </p:nvSpPr>
        <p:spPr>
          <a:noFill/>
        </p:spPr>
        <p:txBody>
          <a:bodyPr/>
          <a:lstStyle/>
          <a:p>
            <a:fld id="{E5E82C32-6661-4CC0-8394-6FE49FB198E7}" type="slidenum">
              <a:rPr lang="en-US" smtClean="0"/>
              <a:t>38</a:t>
            </a:fld>
            <a:r>
              <a:rPr lang="en-US" dirty="0"/>
              <a:t>##</a:t>
            </a:r>
          </a:p>
        </p:txBody>
      </p:sp>
      <p:sp>
        <p:nvSpPr>
          <p:cNvPr id="122886" name="Rectangle 2"/>
          <p:cNvSpPr>
            <a:spLocks noGrp="1" noRot="1" noChangeAspect="1" noChangeArrowheads="1" noTextEdit="1"/>
          </p:cNvSpPr>
          <p:nvPr>
            <p:ph type="sldImg"/>
          </p:nvPr>
        </p:nvSpPr>
        <p:spPr>
          <a:xfrm>
            <a:off x="342900" y="696913"/>
            <a:ext cx="6197600" cy="3486150"/>
          </a:xfrm>
        </p:spPr>
      </p:sp>
      <p:sp>
        <p:nvSpPr>
          <p:cNvPr id="122887"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39</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5CB0A0C9-F487-06A5-5377-F7AC70C3F611}"/>
              </a:ext>
            </a:extLst>
          </p:cNvPr>
          <p:cNvSpPr>
            <a:spLocks noGrp="1" noRot="1" noChangeAspect="1" noChangeArrowheads="1" noTextEdit="1"/>
          </p:cNvSpPr>
          <p:nvPr>
            <p:ph type="sldImg"/>
          </p:nvPr>
        </p:nvSpPr>
        <p:spPr bwMode="auto">
          <a:xfrm>
            <a:off x="342900" y="696913"/>
            <a:ext cx="61976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a:extLst>
              <a:ext uri="{FF2B5EF4-FFF2-40B4-BE49-F238E27FC236}">
                <a16:creationId xmlns:a16="http://schemas.microsoft.com/office/drawing/2014/main" id="{60C16B62-1A2D-A7DE-931E-DB4168C367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E0424513-C63F-86AA-3952-7021D7739AD9}"/>
              </a:ext>
            </a:extLst>
          </p:cNvPr>
          <p:cNvSpPr>
            <a:spLocks noGrp="1"/>
          </p:cNvSpPr>
          <p:nvPr>
            <p:ph type="sldNum" sz="quarter" idx="5"/>
          </p:nvPr>
        </p:nvSpPr>
        <p:spPr/>
        <p:txBody>
          <a:bodyPr/>
          <a:lstStyle/>
          <a:p>
            <a:pPr>
              <a:defRPr/>
            </a:pPr>
            <a:fld id="{A87E5F42-512F-42A0-AD6F-856964451D01}" type="slidenum">
              <a:rPr lang="en-US" smtClean="0"/>
              <a:pPr>
                <a:defRPr/>
              </a:pPr>
              <a:t>40</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p:spPr>
        <p:txBody>
          <a:bodyPr/>
          <a:lstStyle/>
          <a:p>
            <a:r>
              <a:rPr lang="en-US" dirty="0"/>
              <a:t>*</a:t>
            </a:r>
          </a:p>
        </p:txBody>
      </p:sp>
      <p:sp>
        <p:nvSpPr>
          <p:cNvPr id="124931" name="Rectangle 3"/>
          <p:cNvSpPr>
            <a:spLocks noGrp="1" noChangeArrowheads="1"/>
          </p:cNvSpPr>
          <p:nvPr>
            <p:ph type="dt" sz="quarter" idx="1"/>
          </p:nvPr>
        </p:nvSpPr>
        <p:spPr>
          <a:noFill/>
        </p:spPr>
        <p:txBody>
          <a:bodyPr/>
          <a:lstStyle/>
          <a:p>
            <a:r>
              <a:rPr lang="en-US" dirty="0"/>
              <a:t>07/16/96</a:t>
            </a:r>
          </a:p>
        </p:txBody>
      </p:sp>
      <p:sp>
        <p:nvSpPr>
          <p:cNvPr id="12493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4933" name="Rectangle 7"/>
          <p:cNvSpPr>
            <a:spLocks noGrp="1" noChangeArrowheads="1"/>
          </p:cNvSpPr>
          <p:nvPr>
            <p:ph type="sldNum" sz="quarter" idx="5"/>
          </p:nvPr>
        </p:nvSpPr>
        <p:spPr>
          <a:noFill/>
        </p:spPr>
        <p:txBody>
          <a:bodyPr/>
          <a:lstStyle/>
          <a:p>
            <a:fld id="{93D6C2C7-E0D4-4827-A427-1B6276AB8C32}" type="slidenum">
              <a:rPr lang="en-US" smtClean="0"/>
              <a:t>41</a:t>
            </a:fld>
            <a:r>
              <a:rPr lang="en-US" dirty="0"/>
              <a:t>##</a:t>
            </a:r>
          </a:p>
        </p:txBody>
      </p:sp>
      <p:sp>
        <p:nvSpPr>
          <p:cNvPr id="124934" name="Rectangle 2"/>
          <p:cNvSpPr>
            <a:spLocks noGrp="1" noRot="1" noChangeAspect="1" noChangeArrowheads="1" noTextEdit="1"/>
          </p:cNvSpPr>
          <p:nvPr>
            <p:ph type="sldImg"/>
          </p:nvPr>
        </p:nvSpPr>
        <p:spPr>
          <a:xfrm>
            <a:off x="342900" y="696913"/>
            <a:ext cx="6197600" cy="3486150"/>
          </a:xfrm>
        </p:spPr>
      </p:sp>
      <p:sp>
        <p:nvSpPr>
          <p:cNvPr id="124935"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p:spPr>
        <p:txBody>
          <a:bodyPr/>
          <a:lstStyle/>
          <a:p>
            <a:r>
              <a:rPr lang="en-US" dirty="0"/>
              <a:t>*</a:t>
            </a:r>
          </a:p>
        </p:txBody>
      </p:sp>
      <p:sp>
        <p:nvSpPr>
          <p:cNvPr id="125955" name="Rectangle 3"/>
          <p:cNvSpPr>
            <a:spLocks noGrp="1" noChangeArrowheads="1"/>
          </p:cNvSpPr>
          <p:nvPr>
            <p:ph type="dt" sz="quarter" idx="1"/>
          </p:nvPr>
        </p:nvSpPr>
        <p:spPr>
          <a:noFill/>
        </p:spPr>
        <p:txBody>
          <a:bodyPr/>
          <a:lstStyle/>
          <a:p>
            <a:r>
              <a:rPr lang="en-US" dirty="0"/>
              <a:t>07/16/96</a:t>
            </a:r>
          </a:p>
        </p:txBody>
      </p:sp>
      <p:sp>
        <p:nvSpPr>
          <p:cNvPr id="12595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5957" name="Rectangle 7"/>
          <p:cNvSpPr>
            <a:spLocks noGrp="1" noChangeArrowheads="1"/>
          </p:cNvSpPr>
          <p:nvPr>
            <p:ph type="sldNum" sz="quarter" idx="5"/>
          </p:nvPr>
        </p:nvSpPr>
        <p:spPr>
          <a:noFill/>
        </p:spPr>
        <p:txBody>
          <a:bodyPr/>
          <a:lstStyle/>
          <a:p>
            <a:fld id="{F7BF9CC9-1B2A-4399-8316-DA6D7236D2E0}" type="slidenum">
              <a:rPr lang="en-US" smtClean="0"/>
              <a:t>42</a:t>
            </a:fld>
            <a:r>
              <a:rPr lang="en-US" dirty="0"/>
              <a:t>##</a:t>
            </a:r>
          </a:p>
        </p:txBody>
      </p:sp>
      <p:sp>
        <p:nvSpPr>
          <p:cNvPr id="125958" name="Rectangle 2"/>
          <p:cNvSpPr>
            <a:spLocks noGrp="1" noRot="1" noChangeAspect="1" noChangeArrowheads="1" noTextEdit="1"/>
          </p:cNvSpPr>
          <p:nvPr>
            <p:ph type="sldImg"/>
          </p:nvPr>
        </p:nvSpPr>
        <p:spPr>
          <a:xfrm>
            <a:off x="342900" y="696913"/>
            <a:ext cx="6197600" cy="3486150"/>
          </a:xfrm>
        </p:spPr>
      </p:sp>
      <p:sp>
        <p:nvSpPr>
          <p:cNvPr id="125959"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43</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44</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a:noFill/>
        </p:spPr>
        <p:txBody>
          <a:bodyPr/>
          <a:lstStyle/>
          <a:p>
            <a:r>
              <a:rPr lang="en-US" dirty="0"/>
              <a:t>*</a:t>
            </a:r>
          </a:p>
        </p:txBody>
      </p:sp>
      <p:sp>
        <p:nvSpPr>
          <p:cNvPr id="128003" name="Rectangle 3"/>
          <p:cNvSpPr>
            <a:spLocks noGrp="1" noChangeArrowheads="1"/>
          </p:cNvSpPr>
          <p:nvPr>
            <p:ph type="dt" sz="quarter" idx="1"/>
          </p:nvPr>
        </p:nvSpPr>
        <p:spPr>
          <a:noFill/>
        </p:spPr>
        <p:txBody>
          <a:bodyPr/>
          <a:lstStyle/>
          <a:p>
            <a:r>
              <a:rPr lang="en-US" dirty="0"/>
              <a:t>07/16/96</a:t>
            </a:r>
          </a:p>
        </p:txBody>
      </p:sp>
      <p:sp>
        <p:nvSpPr>
          <p:cNvPr id="12800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28005" name="Rectangle 7"/>
          <p:cNvSpPr>
            <a:spLocks noGrp="1" noChangeArrowheads="1"/>
          </p:cNvSpPr>
          <p:nvPr>
            <p:ph type="sldNum" sz="quarter" idx="5"/>
          </p:nvPr>
        </p:nvSpPr>
        <p:spPr>
          <a:noFill/>
        </p:spPr>
        <p:txBody>
          <a:bodyPr/>
          <a:lstStyle/>
          <a:p>
            <a:fld id="{05D1CE0C-B7E7-467F-96C9-97CCE9D6E43B}" type="slidenum">
              <a:rPr lang="en-US" smtClean="0"/>
              <a:t>45</a:t>
            </a:fld>
            <a:r>
              <a:rPr lang="en-US" dirty="0"/>
              <a:t>##</a:t>
            </a:r>
          </a:p>
        </p:txBody>
      </p:sp>
      <p:sp>
        <p:nvSpPr>
          <p:cNvPr id="128006" name="Rectangle 2"/>
          <p:cNvSpPr>
            <a:spLocks noGrp="1" noRot="1" noChangeAspect="1" noChangeArrowheads="1" noTextEdit="1"/>
          </p:cNvSpPr>
          <p:nvPr>
            <p:ph type="sldImg"/>
          </p:nvPr>
        </p:nvSpPr>
        <p:spPr>
          <a:xfrm>
            <a:off x="342900" y="696913"/>
            <a:ext cx="6197600" cy="3486150"/>
          </a:xfrm>
        </p:spPr>
      </p:sp>
      <p:sp>
        <p:nvSpPr>
          <p:cNvPr id="128007"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46</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a:noFill/>
        </p:spPr>
        <p:txBody>
          <a:bodyPr/>
          <a:lstStyle/>
          <a:p>
            <a:r>
              <a:rPr lang="en-US" dirty="0"/>
              <a:t>*</a:t>
            </a:r>
          </a:p>
        </p:txBody>
      </p:sp>
      <p:sp>
        <p:nvSpPr>
          <p:cNvPr id="131075" name="Rectangle 3"/>
          <p:cNvSpPr>
            <a:spLocks noGrp="1" noChangeArrowheads="1"/>
          </p:cNvSpPr>
          <p:nvPr>
            <p:ph type="dt" sz="quarter" idx="1"/>
          </p:nvPr>
        </p:nvSpPr>
        <p:spPr>
          <a:noFill/>
        </p:spPr>
        <p:txBody>
          <a:bodyPr/>
          <a:lstStyle/>
          <a:p>
            <a:r>
              <a:rPr lang="en-US" dirty="0"/>
              <a:t>07/16/96</a:t>
            </a:r>
          </a:p>
        </p:txBody>
      </p:sp>
      <p:sp>
        <p:nvSpPr>
          <p:cNvPr id="13107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31077" name="Rectangle 7"/>
          <p:cNvSpPr>
            <a:spLocks noGrp="1" noChangeArrowheads="1"/>
          </p:cNvSpPr>
          <p:nvPr>
            <p:ph type="sldNum" sz="quarter" idx="5"/>
          </p:nvPr>
        </p:nvSpPr>
        <p:spPr>
          <a:noFill/>
        </p:spPr>
        <p:txBody>
          <a:bodyPr/>
          <a:lstStyle/>
          <a:p>
            <a:fld id="{1FE8D742-5DE5-4845-9EB6-7AC97C0E14F6}" type="slidenum">
              <a:rPr lang="en-US" smtClean="0"/>
              <a:t>47</a:t>
            </a:fld>
            <a:r>
              <a:rPr lang="en-US" dirty="0"/>
              <a:t>##</a:t>
            </a:r>
          </a:p>
        </p:txBody>
      </p:sp>
      <p:sp>
        <p:nvSpPr>
          <p:cNvPr id="131078" name="Rectangle 2"/>
          <p:cNvSpPr>
            <a:spLocks noGrp="1" noRot="1" noChangeAspect="1" noChangeArrowheads="1" noTextEdit="1"/>
          </p:cNvSpPr>
          <p:nvPr>
            <p:ph type="sldImg"/>
          </p:nvPr>
        </p:nvSpPr>
        <p:spPr>
          <a:xfrm>
            <a:off x="342900" y="696913"/>
            <a:ext cx="6197600" cy="3486150"/>
          </a:xfrm>
        </p:spPr>
      </p:sp>
      <p:sp>
        <p:nvSpPr>
          <p:cNvPr id="131079"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a:noFill/>
        </p:spPr>
        <p:txBody>
          <a:bodyPr/>
          <a:lstStyle/>
          <a:p>
            <a:r>
              <a:rPr lang="en-US" dirty="0"/>
              <a:t>*</a:t>
            </a:r>
          </a:p>
        </p:txBody>
      </p:sp>
      <p:sp>
        <p:nvSpPr>
          <p:cNvPr id="133123" name="Rectangle 3"/>
          <p:cNvSpPr>
            <a:spLocks noGrp="1" noChangeArrowheads="1"/>
          </p:cNvSpPr>
          <p:nvPr>
            <p:ph type="dt" sz="quarter" idx="1"/>
          </p:nvPr>
        </p:nvSpPr>
        <p:spPr>
          <a:noFill/>
        </p:spPr>
        <p:txBody>
          <a:bodyPr/>
          <a:lstStyle/>
          <a:p>
            <a:r>
              <a:rPr lang="en-US" dirty="0"/>
              <a:t>07/16/96</a:t>
            </a:r>
          </a:p>
        </p:txBody>
      </p:sp>
      <p:sp>
        <p:nvSpPr>
          <p:cNvPr id="133124"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133125" name="Rectangle 7"/>
          <p:cNvSpPr>
            <a:spLocks noGrp="1" noChangeArrowheads="1"/>
          </p:cNvSpPr>
          <p:nvPr>
            <p:ph type="sldNum" sz="quarter" idx="5"/>
          </p:nvPr>
        </p:nvSpPr>
        <p:spPr>
          <a:noFill/>
        </p:spPr>
        <p:txBody>
          <a:bodyPr/>
          <a:lstStyle/>
          <a:p>
            <a:fld id="{0A3FD654-343F-4B24-BC96-A5E6A78FE443}" type="slidenum">
              <a:rPr lang="en-US" smtClean="0"/>
              <a:t>48</a:t>
            </a:fld>
            <a:r>
              <a:rPr lang="en-US" dirty="0"/>
              <a:t>##</a:t>
            </a:r>
          </a:p>
        </p:txBody>
      </p:sp>
      <p:sp>
        <p:nvSpPr>
          <p:cNvPr id="133126" name="Rectangle 2"/>
          <p:cNvSpPr>
            <a:spLocks noGrp="1" noRot="1" noChangeAspect="1" noChangeArrowheads="1" noTextEdit="1"/>
          </p:cNvSpPr>
          <p:nvPr>
            <p:ph type="sldImg"/>
          </p:nvPr>
        </p:nvSpPr>
        <p:spPr>
          <a:xfrm>
            <a:off x="342900" y="696913"/>
            <a:ext cx="6197600" cy="3486150"/>
          </a:xfrm>
        </p:spPr>
      </p:sp>
      <p:sp>
        <p:nvSpPr>
          <p:cNvPr id="133127" name="Rectangle 3"/>
          <p:cNvSpPr>
            <a:spLocks noGrp="1" noChangeArrowheads="1"/>
          </p:cNvSpPr>
          <p:nvPr>
            <p:ph type="body" idx="1"/>
          </p:nvPr>
        </p:nvSpPr>
        <p:spPr>
          <a:xfrm>
            <a:off x="687874" y="4415321"/>
            <a:ext cx="5506066" cy="4183164"/>
          </a:xfrm>
          <a:noFill/>
        </p:spPr>
        <p:txBody>
          <a:bodyPr/>
          <a:lstStyle/>
          <a:p>
            <a:pPr eaLnBrk="1" hangingPunct="1"/>
            <a:endParaRPr lang="bg-BG"/>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49</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dirty="0"/>
              <a:t>*</a:t>
            </a:r>
          </a:p>
        </p:txBody>
      </p:sp>
      <p:sp>
        <p:nvSpPr>
          <p:cNvPr id="43011" name="Rectangle 3"/>
          <p:cNvSpPr>
            <a:spLocks noGrp="1" noChangeArrowheads="1"/>
          </p:cNvSpPr>
          <p:nvPr>
            <p:ph type="dt" sz="quarter" idx="1"/>
          </p:nvPr>
        </p:nvSpPr>
        <p:spPr>
          <a:noFill/>
        </p:spPr>
        <p:txBody>
          <a:bodyPr/>
          <a:lstStyle/>
          <a:p>
            <a:r>
              <a:rPr lang="en-US" dirty="0"/>
              <a:t>07/16/96</a:t>
            </a:r>
          </a:p>
        </p:txBody>
      </p:sp>
      <p:sp>
        <p:nvSpPr>
          <p:cNvPr id="4301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43013" name="Rectangle 7"/>
          <p:cNvSpPr>
            <a:spLocks noGrp="1" noChangeArrowheads="1"/>
          </p:cNvSpPr>
          <p:nvPr>
            <p:ph type="sldNum" sz="quarter" idx="5"/>
          </p:nvPr>
        </p:nvSpPr>
        <p:spPr>
          <a:noFill/>
        </p:spPr>
        <p:txBody>
          <a:bodyPr/>
          <a:lstStyle/>
          <a:p>
            <a:fld id="{078CD759-8BFF-4CE8-82EB-B422526AD63F}" type="slidenum">
              <a:rPr lang="en-US"/>
              <a:t>50</a:t>
            </a:fld>
            <a:r>
              <a:rPr lang="en-US" dirty="0"/>
              <a:t>##</a:t>
            </a:r>
          </a:p>
        </p:txBody>
      </p:sp>
      <p:sp>
        <p:nvSpPr>
          <p:cNvPr id="43014" name="Rectangle 2"/>
          <p:cNvSpPr>
            <a:spLocks noGrp="1" noRot="1" noChangeAspect="1" noChangeArrowheads="1" noTextEdit="1"/>
          </p:cNvSpPr>
          <p:nvPr>
            <p:ph type="sldImg"/>
          </p:nvPr>
        </p:nvSpPr>
        <p:spPr>
          <a:xfrm>
            <a:off x="342900" y="696913"/>
            <a:ext cx="6197600" cy="3486150"/>
          </a:xfrm>
        </p:spPr>
      </p:sp>
      <p:sp>
        <p:nvSpPr>
          <p:cNvPr id="43015" name="Rectangle 3"/>
          <p:cNvSpPr>
            <a:spLocks noGrp="1" noChangeArrowheads="1"/>
          </p:cNvSpPr>
          <p:nvPr>
            <p:ph type="body" idx="1"/>
          </p:nvPr>
        </p:nvSpPr>
        <p:spPr>
          <a:xfrm>
            <a:off x="687875" y="4415321"/>
            <a:ext cx="5506066" cy="4183164"/>
          </a:xfrm>
          <a:noFill/>
        </p:spPr>
        <p:txBody>
          <a:bodyPr/>
          <a:lstStyle/>
          <a:p>
            <a:pPr eaLnBrk="1" hangingPunct="1"/>
            <a:endParaRPr lang="bg-BG"/>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51</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52</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53</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B4F6EA-423E-42DF-9292-215E7D886C4E}" type="slidenum">
              <a:rPr lang="en-US" smtClean="0"/>
              <a:t>54</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dirty="0"/>
              <a:t>*</a:t>
            </a:r>
          </a:p>
        </p:txBody>
      </p:sp>
      <p:sp>
        <p:nvSpPr>
          <p:cNvPr id="49155" name="Rectangle 3"/>
          <p:cNvSpPr>
            <a:spLocks noGrp="1" noChangeArrowheads="1"/>
          </p:cNvSpPr>
          <p:nvPr>
            <p:ph type="dt" sz="quarter" idx="1"/>
          </p:nvPr>
        </p:nvSpPr>
        <p:spPr>
          <a:noFill/>
        </p:spPr>
        <p:txBody>
          <a:bodyPr/>
          <a:lstStyle/>
          <a:p>
            <a:r>
              <a:rPr lang="en-US" dirty="0"/>
              <a:t>07/16/96</a:t>
            </a:r>
          </a:p>
        </p:txBody>
      </p:sp>
      <p:sp>
        <p:nvSpPr>
          <p:cNvPr id="4915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49157" name="Rectangle 7"/>
          <p:cNvSpPr>
            <a:spLocks noGrp="1" noChangeArrowheads="1"/>
          </p:cNvSpPr>
          <p:nvPr>
            <p:ph type="sldNum" sz="quarter" idx="5"/>
          </p:nvPr>
        </p:nvSpPr>
        <p:spPr>
          <a:noFill/>
        </p:spPr>
        <p:txBody>
          <a:bodyPr/>
          <a:lstStyle/>
          <a:p>
            <a:fld id="{8B2D5A9B-F557-4FF9-BD30-8B360CB0CAC4}" type="slidenum">
              <a:rPr lang="en-US"/>
              <a:t>55</a:t>
            </a:fld>
            <a:r>
              <a:rPr lang="en-US" dirty="0"/>
              <a:t>##</a:t>
            </a:r>
          </a:p>
        </p:txBody>
      </p:sp>
      <p:sp>
        <p:nvSpPr>
          <p:cNvPr id="49158" name="Rectangle 2"/>
          <p:cNvSpPr>
            <a:spLocks noGrp="1" noRot="1" noChangeAspect="1" noChangeArrowheads="1" noTextEdit="1"/>
          </p:cNvSpPr>
          <p:nvPr>
            <p:ph type="sldImg"/>
          </p:nvPr>
        </p:nvSpPr>
        <p:spPr>
          <a:xfrm>
            <a:off x="342900" y="696913"/>
            <a:ext cx="6197600" cy="3486150"/>
          </a:xfrm>
        </p:spPr>
      </p:sp>
      <p:sp>
        <p:nvSpPr>
          <p:cNvPr id="49159" name="Rectangle 3"/>
          <p:cNvSpPr>
            <a:spLocks noGrp="1" noChangeArrowheads="1"/>
          </p:cNvSpPr>
          <p:nvPr>
            <p:ph type="body" idx="1"/>
          </p:nvPr>
        </p:nvSpPr>
        <p:spPr>
          <a:xfrm>
            <a:off x="687875" y="4415321"/>
            <a:ext cx="5506066" cy="4183164"/>
          </a:xfrm>
          <a:noFill/>
        </p:spPr>
        <p:txBody>
          <a:bodyPr/>
          <a:lstStyle/>
          <a:p>
            <a:pPr eaLnBrk="1" hangingPunct="1"/>
            <a:endParaRPr lang="bg-BG"/>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dirty="0"/>
              <a:t>*</a:t>
            </a:r>
          </a:p>
        </p:txBody>
      </p:sp>
      <p:sp>
        <p:nvSpPr>
          <p:cNvPr id="50179" name="Rectangle 3"/>
          <p:cNvSpPr>
            <a:spLocks noGrp="1" noChangeArrowheads="1"/>
          </p:cNvSpPr>
          <p:nvPr>
            <p:ph type="dt" sz="quarter" idx="1"/>
          </p:nvPr>
        </p:nvSpPr>
        <p:spPr>
          <a:noFill/>
        </p:spPr>
        <p:txBody>
          <a:bodyPr/>
          <a:lstStyle/>
          <a:p>
            <a:r>
              <a:rPr lang="en-US" dirty="0"/>
              <a:t>07/16/96</a:t>
            </a:r>
          </a:p>
        </p:txBody>
      </p:sp>
      <p:sp>
        <p:nvSpPr>
          <p:cNvPr id="50180"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0181" name="Rectangle 7"/>
          <p:cNvSpPr>
            <a:spLocks noGrp="1" noChangeArrowheads="1"/>
          </p:cNvSpPr>
          <p:nvPr>
            <p:ph type="sldNum" sz="quarter" idx="5"/>
          </p:nvPr>
        </p:nvSpPr>
        <p:spPr>
          <a:noFill/>
        </p:spPr>
        <p:txBody>
          <a:bodyPr/>
          <a:lstStyle/>
          <a:p>
            <a:fld id="{43717C6A-A4F0-43BA-9319-A43133CB37D9}" type="slidenum">
              <a:rPr lang="en-US"/>
              <a:t>56</a:t>
            </a:fld>
            <a:r>
              <a:rPr lang="en-US" dirty="0"/>
              <a:t>##</a:t>
            </a:r>
          </a:p>
        </p:txBody>
      </p:sp>
      <p:sp>
        <p:nvSpPr>
          <p:cNvPr id="50182" name="Rectangle 2"/>
          <p:cNvSpPr>
            <a:spLocks noGrp="1" noRot="1" noChangeAspect="1" noChangeArrowheads="1" noTextEdit="1"/>
          </p:cNvSpPr>
          <p:nvPr>
            <p:ph type="sldImg"/>
          </p:nvPr>
        </p:nvSpPr>
        <p:spPr>
          <a:xfrm>
            <a:off x="342900" y="696913"/>
            <a:ext cx="6197600" cy="3486150"/>
          </a:xfrm>
        </p:spPr>
      </p:sp>
      <p:sp>
        <p:nvSpPr>
          <p:cNvPr id="50183" name="Rectangle 3"/>
          <p:cNvSpPr>
            <a:spLocks noGrp="1" noChangeArrowheads="1"/>
          </p:cNvSpPr>
          <p:nvPr>
            <p:ph type="body" idx="1"/>
          </p:nvPr>
        </p:nvSpPr>
        <p:spPr>
          <a:xfrm>
            <a:off x="687875" y="4415321"/>
            <a:ext cx="5506066" cy="4183164"/>
          </a:xfrm>
          <a:noFill/>
        </p:spPr>
        <p:txBody>
          <a:bodyPr/>
          <a:lstStyle/>
          <a:p>
            <a:pPr eaLnBrk="1" hangingPunct="1"/>
            <a:endParaRPr lang="bg-BG"/>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dirty="0"/>
              <a:t>*</a:t>
            </a:r>
          </a:p>
        </p:txBody>
      </p:sp>
      <p:sp>
        <p:nvSpPr>
          <p:cNvPr id="53251" name="Rectangle 3"/>
          <p:cNvSpPr>
            <a:spLocks noGrp="1" noChangeArrowheads="1"/>
          </p:cNvSpPr>
          <p:nvPr>
            <p:ph type="dt" sz="quarter" idx="1"/>
          </p:nvPr>
        </p:nvSpPr>
        <p:spPr>
          <a:noFill/>
        </p:spPr>
        <p:txBody>
          <a:bodyPr/>
          <a:lstStyle/>
          <a:p>
            <a:r>
              <a:rPr lang="en-US" dirty="0"/>
              <a:t>07/16/96</a:t>
            </a:r>
          </a:p>
        </p:txBody>
      </p:sp>
      <p:sp>
        <p:nvSpPr>
          <p:cNvPr id="53252"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3253" name="Rectangle 7"/>
          <p:cNvSpPr>
            <a:spLocks noGrp="1" noChangeArrowheads="1"/>
          </p:cNvSpPr>
          <p:nvPr>
            <p:ph type="sldNum" sz="quarter" idx="5"/>
          </p:nvPr>
        </p:nvSpPr>
        <p:spPr>
          <a:noFill/>
        </p:spPr>
        <p:txBody>
          <a:bodyPr/>
          <a:lstStyle/>
          <a:p>
            <a:fld id="{8E85BD0E-6358-40AA-AC41-D1EEAA86C51E}" type="slidenum">
              <a:rPr lang="en-US"/>
              <a:t>57</a:t>
            </a:fld>
            <a:r>
              <a:rPr lang="en-US" dirty="0"/>
              <a:t>##</a:t>
            </a:r>
          </a:p>
        </p:txBody>
      </p:sp>
      <p:sp>
        <p:nvSpPr>
          <p:cNvPr id="53254" name="Rectangle 2"/>
          <p:cNvSpPr>
            <a:spLocks noGrp="1" noRot="1" noChangeAspect="1" noChangeArrowheads="1" noTextEdit="1"/>
          </p:cNvSpPr>
          <p:nvPr>
            <p:ph type="sldImg"/>
          </p:nvPr>
        </p:nvSpPr>
        <p:spPr>
          <a:xfrm>
            <a:off x="342900" y="696913"/>
            <a:ext cx="6197600" cy="3486150"/>
          </a:xfrm>
        </p:spPr>
      </p:sp>
      <p:sp>
        <p:nvSpPr>
          <p:cNvPr id="53255" name="Rectangle 3"/>
          <p:cNvSpPr>
            <a:spLocks noGrp="1" noChangeArrowheads="1"/>
          </p:cNvSpPr>
          <p:nvPr>
            <p:ph type="body" idx="1"/>
          </p:nvPr>
        </p:nvSpPr>
        <p:spPr>
          <a:xfrm>
            <a:off x="687875" y="4415321"/>
            <a:ext cx="5506066" cy="4183164"/>
          </a:xfrm>
          <a:noFill/>
        </p:spPr>
        <p:txBody>
          <a:bodyPr/>
          <a:lstStyle/>
          <a:p>
            <a:pPr eaLnBrk="1" hangingPunct="1"/>
            <a:endParaRPr lang="bg-BG"/>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dirty="0"/>
              <a:t>*</a:t>
            </a:r>
          </a:p>
        </p:txBody>
      </p:sp>
      <p:sp>
        <p:nvSpPr>
          <p:cNvPr id="54275" name="Rectangle 3"/>
          <p:cNvSpPr>
            <a:spLocks noGrp="1" noChangeArrowheads="1"/>
          </p:cNvSpPr>
          <p:nvPr>
            <p:ph type="dt" sz="quarter" idx="1"/>
          </p:nvPr>
        </p:nvSpPr>
        <p:spPr>
          <a:noFill/>
        </p:spPr>
        <p:txBody>
          <a:bodyPr/>
          <a:lstStyle/>
          <a:p>
            <a:r>
              <a:rPr lang="en-US" dirty="0"/>
              <a:t>07/16/96</a:t>
            </a:r>
          </a:p>
        </p:txBody>
      </p:sp>
      <p:sp>
        <p:nvSpPr>
          <p:cNvPr id="54276" name="Rectangle 6"/>
          <p:cNvSpPr>
            <a:spLocks noGrp="1" noChangeArrowheads="1"/>
          </p:cNvSpPr>
          <p:nvPr>
            <p:ph type="ftr" sz="quarter" idx="4"/>
          </p:nvPr>
        </p:nvSpPr>
        <p:spPr>
          <a:noFill/>
        </p:spPr>
        <p:txBody>
          <a:bodyPr/>
          <a:lstStyle/>
          <a:p>
            <a:r>
              <a:rPr lang="en-US" dirty="0"/>
              <a:t>(c) 2007 National Academy for Software Development - http://academy.devbg.org. All rights reserved. Unauthorized copying or re-distribution is strictly prohibited.*</a:t>
            </a:r>
          </a:p>
        </p:txBody>
      </p:sp>
      <p:sp>
        <p:nvSpPr>
          <p:cNvPr id="54277" name="Rectangle 7"/>
          <p:cNvSpPr>
            <a:spLocks noGrp="1" noChangeArrowheads="1"/>
          </p:cNvSpPr>
          <p:nvPr>
            <p:ph type="sldNum" sz="quarter" idx="5"/>
          </p:nvPr>
        </p:nvSpPr>
        <p:spPr>
          <a:noFill/>
        </p:spPr>
        <p:txBody>
          <a:bodyPr/>
          <a:lstStyle/>
          <a:p>
            <a:fld id="{4C22E00D-BDC5-46FE-BE72-6C376B294A0A}" type="slidenum">
              <a:rPr lang="en-US"/>
              <a:t>58</a:t>
            </a:fld>
            <a:r>
              <a:rPr lang="en-US" dirty="0"/>
              <a:t>##</a:t>
            </a:r>
          </a:p>
        </p:txBody>
      </p:sp>
      <p:sp>
        <p:nvSpPr>
          <p:cNvPr id="54278" name="Rectangle 2"/>
          <p:cNvSpPr>
            <a:spLocks noGrp="1" noRot="1" noChangeAspect="1" noChangeArrowheads="1" noTextEdit="1"/>
          </p:cNvSpPr>
          <p:nvPr>
            <p:ph type="sldImg"/>
          </p:nvPr>
        </p:nvSpPr>
        <p:spPr>
          <a:xfrm>
            <a:off x="342900" y="696913"/>
            <a:ext cx="6197600" cy="3486150"/>
          </a:xfrm>
        </p:spPr>
      </p:sp>
      <p:sp>
        <p:nvSpPr>
          <p:cNvPr id="54279" name="Rectangle 3"/>
          <p:cNvSpPr>
            <a:spLocks noGrp="1" noChangeArrowheads="1"/>
          </p:cNvSpPr>
          <p:nvPr>
            <p:ph type="body" idx="1"/>
          </p:nvPr>
        </p:nvSpPr>
        <p:spPr>
          <a:xfrm>
            <a:off x="687875" y="4415321"/>
            <a:ext cx="5506066" cy="4183164"/>
          </a:xfrm>
          <a:noFill/>
        </p:spPr>
        <p:txBody>
          <a:bodyPr/>
          <a:lstStyle/>
          <a:p>
            <a:pPr eaLnBrk="1" hangingPunct="1"/>
            <a:endParaRPr lang="bg-BG"/>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C7228CC-DF74-D700-6781-A9A3AB379CAD}"/>
              </a:ext>
            </a:extLst>
          </p:cNvPr>
          <p:cNvSpPr>
            <a:spLocks noGrp="1" noChangeArrowheads="1"/>
          </p:cNvSpPr>
          <p:nvPr>
            <p:ph type="hdr" sz="quarter"/>
          </p:nvPr>
        </p:nvSpPr>
        <p:spPr/>
        <p:txBody>
          <a:bodyPr/>
          <a:lstStyle/>
          <a:p>
            <a:pPr>
              <a:defRPr/>
            </a:pPr>
            <a:r>
              <a:rPr lang="en-US" dirty="0"/>
              <a:t>*</a:t>
            </a:r>
          </a:p>
        </p:txBody>
      </p:sp>
      <p:sp>
        <p:nvSpPr>
          <p:cNvPr id="57347" name="Rectangle 3">
            <a:extLst>
              <a:ext uri="{FF2B5EF4-FFF2-40B4-BE49-F238E27FC236}">
                <a16:creationId xmlns:a16="http://schemas.microsoft.com/office/drawing/2014/main" id="{3C183A99-4779-F18E-4E50-80586CBDCB7A}"/>
              </a:ext>
            </a:extLst>
          </p:cNvPr>
          <p:cNvSpPr>
            <a:spLocks noGrp="1" noChangeArrowheads="1"/>
          </p:cNvSpPr>
          <p:nvPr>
            <p:ph type="dt" sz="quarter" idx="1"/>
          </p:nvPr>
        </p:nvSpPr>
        <p:spPr/>
        <p:txBody>
          <a:bodyPr/>
          <a:lstStyle/>
          <a:p>
            <a:pPr>
              <a:defRPr/>
            </a:pPr>
            <a:r>
              <a:rPr lang="en-US" dirty="0"/>
              <a:t>07/16/96</a:t>
            </a:r>
          </a:p>
        </p:txBody>
      </p:sp>
      <p:sp>
        <p:nvSpPr>
          <p:cNvPr id="57348" name="Rectangle 6">
            <a:extLst>
              <a:ext uri="{FF2B5EF4-FFF2-40B4-BE49-F238E27FC236}">
                <a16:creationId xmlns:a16="http://schemas.microsoft.com/office/drawing/2014/main" id="{B7A59BD1-6D11-E346-CC9B-09FD7A7377C6}"/>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57349" name="Rectangle 7">
            <a:extLst>
              <a:ext uri="{FF2B5EF4-FFF2-40B4-BE49-F238E27FC236}">
                <a16:creationId xmlns:a16="http://schemas.microsoft.com/office/drawing/2014/main" id="{AE4C500E-7679-AA6A-C371-1E88E5A21255}"/>
              </a:ext>
            </a:extLst>
          </p:cNvPr>
          <p:cNvSpPr>
            <a:spLocks noGrp="1" noChangeArrowheads="1"/>
          </p:cNvSpPr>
          <p:nvPr>
            <p:ph type="sldNum" sz="quarter" idx="5"/>
          </p:nvPr>
        </p:nvSpPr>
        <p:spPr/>
        <p:txBody>
          <a:bodyPr/>
          <a:lstStyle/>
          <a:p>
            <a:pPr>
              <a:defRPr/>
            </a:pPr>
            <a:fld id="{D74F5932-2D31-4AD8-ABDF-72FA4938C53F}" type="slidenum">
              <a:rPr lang="en-US"/>
              <a:pPr>
                <a:defRPr/>
              </a:pPr>
              <a:t>59</a:t>
            </a:fld>
            <a:r>
              <a:rPr lang="en-US" dirty="0"/>
              <a:t>##</a:t>
            </a:r>
          </a:p>
        </p:txBody>
      </p:sp>
      <p:sp>
        <p:nvSpPr>
          <p:cNvPr id="118790" name="Rectangle 2">
            <a:extLst>
              <a:ext uri="{FF2B5EF4-FFF2-40B4-BE49-F238E27FC236}">
                <a16:creationId xmlns:a16="http://schemas.microsoft.com/office/drawing/2014/main" id="{C455905E-CEB5-2873-FE41-0060801DFC6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91" name="Rectangle 3">
            <a:extLst>
              <a:ext uri="{FF2B5EF4-FFF2-40B4-BE49-F238E27FC236}">
                <a16:creationId xmlns:a16="http://schemas.microsoft.com/office/drawing/2014/main" id="{A22ECBE3-8E20-B3F9-F372-5F188ED74DDC}"/>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16BD2DE-6A33-BEB5-AC41-E0C96C7CAE8D}"/>
              </a:ext>
            </a:extLst>
          </p:cNvPr>
          <p:cNvSpPr>
            <a:spLocks noGrp="1" noChangeArrowheads="1"/>
          </p:cNvSpPr>
          <p:nvPr>
            <p:ph type="hdr" sz="quarter"/>
          </p:nvPr>
        </p:nvSpPr>
        <p:spPr/>
        <p:txBody>
          <a:bodyPr/>
          <a:lstStyle/>
          <a:p>
            <a:pPr>
              <a:defRPr/>
            </a:pPr>
            <a:r>
              <a:rPr lang="en-US" dirty="0"/>
              <a:t>*</a:t>
            </a:r>
          </a:p>
        </p:txBody>
      </p:sp>
      <p:sp>
        <p:nvSpPr>
          <p:cNvPr id="57347" name="Rectangle 3">
            <a:extLst>
              <a:ext uri="{FF2B5EF4-FFF2-40B4-BE49-F238E27FC236}">
                <a16:creationId xmlns:a16="http://schemas.microsoft.com/office/drawing/2014/main" id="{C00402C7-AE6F-F6DD-AD18-9DBBB6A6DCA6}"/>
              </a:ext>
            </a:extLst>
          </p:cNvPr>
          <p:cNvSpPr>
            <a:spLocks noGrp="1" noChangeArrowheads="1"/>
          </p:cNvSpPr>
          <p:nvPr>
            <p:ph type="dt" sz="quarter" idx="1"/>
          </p:nvPr>
        </p:nvSpPr>
        <p:spPr/>
        <p:txBody>
          <a:bodyPr/>
          <a:lstStyle/>
          <a:p>
            <a:pPr>
              <a:defRPr/>
            </a:pPr>
            <a:r>
              <a:rPr lang="en-US" dirty="0"/>
              <a:t>07/16/96</a:t>
            </a:r>
          </a:p>
        </p:txBody>
      </p:sp>
      <p:sp>
        <p:nvSpPr>
          <p:cNvPr id="57348" name="Rectangle 6">
            <a:extLst>
              <a:ext uri="{FF2B5EF4-FFF2-40B4-BE49-F238E27FC236}">
                <a16:creationId xmlns:a16="http://schemas.microsoft.com/office/drawing/2014/main" id="{6727A33D-16AC-E956-57FE-D77E97A241E2}"/>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57349" name="Rectangle 7">
            <a:extLst>
              <a:ext uri="{FF2B5EF4-FFF2-40B4-BE49-F238E27FC236}">
                <a16:creationId xmlns:a16="http://schemas.microsoft.com/office/drawing/2014/main" id="{03E3A514-B289-BFAB-C366-E51A240E85D2}"/>
              </a:ext>
            </a:extLst>
          </p:cNvPr>
          <p:cNvSpPr>
            <a:spLocks noGrp="1" noChangeArrowheads="1"/>
          </p:cNvSpPr>
          <p:nvPr>
            <p:ph type="sldNum" sz="quarter" idx="5"/>
          </p:nvPr>
        </p:nvSpPr>
        <p:spPr/>
        <p:txBody>
          <a:bodyPr/>
          <a:lstStyle/>
          <a:p>
            <a:pPr>
              <a:defRPr/>
            </a:pPr>
            <a:fld id="{BFDF8DB4-A311-4E71-93B1-2044741F51FF}" type="slidenum">
              <a:rPr lang="en-US"/>
              <a:pPr>
                <a:defRPr/>
              </a:pPr>
              <a:t>60</a:t>
            </a:fld>
            <a:r>
              <a:rPr lang="en-US" dirty="0"/>
              <a:t>##</a:t>
            </a:r>
          </a:p>
        </p:txBody>
      </p:sp>
      <p:sp>
        <p:nvSpPr>
          <p:cNvPr id="120838" name="Rectangle 2">
            <a:extLst>
              <a:ext uri="{FF2B5EF4-FFF2-40B4-BE49-F238E27FC236}">
                <a16:creationId xmlns:a16="http://schemas.microsoft.com/office/drawing/2014/main" id="{9100C05D-4C83-1A8E-CFF7-AA130BE6EEDA}"/>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9" name="Rectangle 3">
            <a:extLst>
              <a:ext uri="{FF2B5EF4-FFF2-40B4-BE49-F238E27FC236}">
                <a16:creationId xmlns:a16="http://schemas.microsoft.com/office/drawing/2014/main" id="{D4EFBF4B-ADC3-2250-2849-8D0CEDA127C9}"/>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07B8349-09A8-76FC-FCA3-F88471D3F555}"/>
              </a:ext>
            </a:extLst>
          </p:cNvPr>
          <p:cNvSpPr>
            <a:spLocks noGrp="1" noChangeArrowheads="1"/>
          </p:cNvSpPr>
          <p:nvPr>
            <p:ph type="hdr" sz="quarter"/>
          </p:nvPr>
        </p:nvSpPr>
        <p:spPr/>
        <p:txBody>
          <a:bodyPr/>
          <a:lstStyle/>
          <a:p>
            <a:pPr>
              <a:defRPr/>
            </a:pPr>
            <a:r>
              <a:rPr lang="en-US" dirty="0"/>
              <a:t>*</a:t>
            </a:r>
          </a:p>
        </p:txBody>
      </p:sp>
      <p:sp>
        <p:nvSpPr>
          <p:cNvPr id="57347" name="Rectangle 3">
            <a:extLst>
              <a:ext uri="{FF2B5EF4-FFF2-40B4-BE49-F238E27FC236}">
                <a16:creationId xmlns:a16="http://schemas.microsoft.com/office/drawing/2014/main" id="{7474A8F0-4D76-DDC7-2D60-E5D074CFEF71}"/>
              </a:ext>
            </a:extLst>
          </p:cNvPr>
          <p:cNvSpPr>
            <a:spLocks noGrp="1" noChangeArrowheads="1"/>
          </p:cNvSpPr>
          <p:nvPr>
            <p:ph type="dt" sz="quarter" idx="1"/>
          </p:nvPr>
        </p:nvSpPr>
        <p:spPr/>
        <p:txBody>
          <a:bodyPr/>
          <a:lstStyle/>
          <a:p>
            <a:pPr>
              <a:defRPr/>
            </a:pPr>
            <a:r>
              <a:rPr lang="en-US" dirty="0"/>
              <a:t>07/16/96</a:t>
            </a:r>
          </a:p>
        </p:txBody>
      </p:sp>
      <p:sp>
        <p:nvSpPr>
          <p:cNvPr id="57348" name="Rectangle 6">
            <a:extLst>
              <a:ext uri="{FF2B5EF4-FFF2-40B4-BE49-F238E27FC236}">
                <a16:creationId xmlns:a16="http://schemas.microsoft.com/office/drawing/2014/main" id="{98E2B142-4AAF-0399-A03A-C99AC91CDEFF}"/>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57349" name="Rectangle 7">
            <a:extLst>
              <a:ext uri="{FF2B5EF4-FFF2-40B4-BE49-F238E27FC236}">
                <a16:creationId xmlns:a16="http://schemas.microsoft.com/office/drawing/2014/main" id="{4382508F-765C-931B-6E8C-2C55C8D41110}"/>
              </a:ext>
            </a:extLst>
          </p:cNvPr>
          <p:cNvSpPr>
            <a:spLocks noGrp="1" noChangeArrowheads="1"/>
          </p:cNvSpPr>
          <p:nvPr>
            <p:ph type="sldNum" sz="quarter" idx="5"/>
          </p:nvPr>
        </p:nvSpPr>
        <p:spPr/>
        <p:txBody>
          <a:bodyPr/>
          <a:lstStyle/>
          <a:p>
            <a:pPr>
              <a:defRPr/>
            </a:pPr>
            <a:fld id="{34E64296-79AF-443F-A6B7-60F77D6A9C79}" type="slidenum">
              <a:rPr lang="en-US"/>
              <a:pPr>
                <a:defRPr/>
              </a:pPr>
              <a:t>61</a:t>
            </a:fld>
            <a:r>
              <a:rPr lang="en-US" dirty="0"/>
              <a:t>##</a:t>
            </a:r>
          </a:p>
        </p:txBody>
      </p:sp>
      <p:sp>
        <p:nvSpPr>
          <p:cNvPr id="122886" name="Rectangle 2">
            <a:extLst>
              <a:ext uri="{FF2B5EF4-FFF2-40B4-BE49-F238E27FC236}">
                <a16:creationId xmlns:a16="http://schemas.microsoft.com/office/drawing/2014/main" id="{B95F9F51-17B4-D613-74F5-10478DFD770B}"/>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7" name="Rectangle 3">
            <a:extLst>
              <a:ext uri="{FF2B5EF4-FFF2-40B4-BE49-F238E27FC236}">
                <a16:creationId xmlns:a16="http://schemas.microsoft.com/office/drawing/2014/main" id="{01C168BB-D87D-FF7F-9379-AB99F68CE414}"/>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E4F854F-6FFC-AE5C-6ECF-B035268C47A1}"/>
              </a:ext>
            </a:extLst>
          </p:cNvPr>
          <p:cNvSpPr>
            <a:spLocks noGrp="1" noChangeArrowheads="1"/>
          </p:cNvSpPr>
          <p:nvPr>
            <p:ph type="hdr" sz="quarter"/>
          </p:nvPr>
        </p:nvSpPr>
        <p:spPr/>
        <p:txBody>
          <a:bodyPr/>
          <a:lstStyle/>
          <a:p>
            <a:pPr>
              <a:defRPr/>
            </a:pPr>
            <a:r>
              <a:rPr lang="en-US" dirty="0"/>
              <a:t>*</a:t>
            </a:r>
          </a:p>
        </p:txBody>
      </p:sp>
      <p:sp>
        <p:nvSpPr>
          <p:cNvPr id="57347" name="Rectangle 3">
            <a:extLst>
              <a:ext uri="{FF2B5EF4-FFF2-40B4-BE49-F238E27FC236}">
                <a16:creationId xmlns:a16="http://schemas.microsoft.com/office/drawing/2014/main" id="{B30CE744-6585-2A4B-08C5-8BA1942009EF}"/>
              </a:ext>
            </a:extLst>
          </p:cNvPr>
          <p:cNvSpPr>
            <a:spLocks noGrp="1" noChangeArrowheads="1"/>
          </p:cNvSpPr>
          <p:nvPr>
            <p:ph type="dt" sz="quarter" idx="1"/>
          </p:nvPr>
        </p:nvSpPr>
        <p:spPr/>
        <p:txBody>
          <a:bodyPr/>
          <a:lstStyle/>
          <a:p>
            <a:pPr>
              <a:defRPr/>
            </a:pPr>
            <a:r>
              <a:rPr lang="en-US" dirty="0"/>
              <a:t>07/16/96</a:t>
            </a:r>
          </a:p>
        </p:txBody>
      </p:sp>
      <p:sp>
        <p:nvSpPr>
          <p:cNvPr id="57348" name="Rectangle 6">
            <a:extLst>
              <a:ext uri="{FF2B5EF4-FFF2-40B4-BE49-F238E27FC236}">
                <a16:creationId xmlns:a16="http://schemas.microsoft.com/office/drawing/2014/main" id="{543D0E8C-88E2-3C31-E1A0-8CBE34B18C74}"/>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57349" name="Rectangle 7">
            <a:extLst>
              <a:ext uri="{FF2B5EF4-FFF2-40B4-BE49-F238E27FC236}">
                <a16:creationId xmlns:a16="http://schemas.microsoft.com/office/drawing/2014/main" id="{7F7E4B5F-FEFE-708F-B981-09B9B409F647}"/>
              </a:ext>
            </a:extLst>
          </p:cNvPr>
          <p:cNvSpPr>
            <a:spLocks noGrp="1" noChangeArrowheads="1"/>
          </p:cNvSpPr>
          <p:nvPr>
            <p:ph type="sldNum" sz="quarter" idx="5"/>
          </p:nvPr>
        </p:nvSpPr>
        <p:spPr/>
        <p:txBody>
          <a:bodyPr/>
          <a:lstStyle/>
          <a:p>
            <a:pPr>
              <a:defRPr/>
            </a:pPr>
            <a:fld id="{C39EB610-DCCA-448F-81F3-983830C62A3C}" type="slidenum">
              <a:rPr lang="en-US"/>
              <a:pPr>
                <a:defRPr/>
              </a:pPr>
              <a:t>62</a:t>
            </a:fld>
            <a:r>
              <a:rPr lang="en-US" dirty="0"/>
              <a:t>##</a:t>
            </a:r>
          </a:p>
        </p:txBody>
      </p:sp>
      <p:sp>
        <p:nvSpPr>
          <p:cNvPr id="124934" name="Rectangle 2">
            <a:extLst>
              <a:ext uri="{FF2B5EF4-FFF2-40B4-BE49-F238E27FC236}">
                <a16:creationId xmlns:a16="http://schemas.microsoft.com/office/drawing/2014/main" id="{190886F7-5A43-5C0A-3F5B-E44359BEEF7D}"/>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5" name="Rectangle 3">
            <a:extLst>
              <a:ext uri="{FF2B5EF4-FFF2-40B4-BE49-F238E27FC236}">
                <a16:creationId xmlns:a16="http://schemas.microsoft.com/office/drawing/2014/main" id="{D7F9FE7A-DCE3-869D-8D58-76EDBA58B6EF}"/>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5F758AB-153C-2F4C-79C0-84524964880C}"/>
              </a:ext>
            </a:extLst>
          </p:cNvPr>
          <p:cNvSpPr>
            <a:spLocks noGrp="1" noChangeArrowheads="1"/>
          </p:cNvSpPr>
          <p:nvPr>
            <p:ph type="hdr" sz="quarter"/>
          </p:nvPr>
        </p:nvSpPr>
        <p:spPr/>
        <p:txBody>
          <a:bodyPr/>
          <a:lstStyle/>
          <a:p>
            <a:pPr>
              <a:defRPr/>
            </a:pPr>
            <a:r>
              <a:rPr lang="en-US" dirty="0"/>
              <a:t>*</a:t>
            </a:r>
          </a:p>
        </p:txBody>
      </p:sp>
      <p:sp>
        <p:nvSpPr>
          <p:cNvPr id="58371" name="Rectangle 3">
            <a:extLst>
              <a:ext uri="{FF2B5EF4-FFF2-40B4-BE49-F238E27FC236}">
                <a16:creationId xmlns:a16="http://schemas.microsoft.com/office/drawing/2014/main" id="{5BD009BA-E1D9-0314-E65C-55098BBF5462}"/>
              </a:ext>
            </a:extLst>
          </p:cNvPr>
          <p:cNvSpPr>
            <a:spLocks noGrp="1" noChangeArrowheads="1"/>
          </p:cNvSpPr>
          <p:nvPr>
            <p:ph type="dt" sz="quarter" idx="1"/>
          </p:nvPr>
        </p:nvSpPr>
        <p:spPr/>
        <p:txBody>
          <a:bodyPr/>
          <a:lstStyle/>
          <a:p>
            <a:pPr>
              <a:defRPr/>
            </a:pPr>
            <a:r>
              <a:rPr lang="en-US" dirty="0"/>
              <a:t>07/16/96</a:t>
            </a:r>
          </a:p>
        </p:txBody>
      </p:sp>
      <p:sp>
        <p:nvSpPr>
          <p:cNvPr id="58372" name="Rectangle 6">
            <a:extLst>
              <a:ext uri="{FF2B5EF4-FFF2-40B4-BE49-F238E27FC236}">
                <a16:creationId xmlns:a16="http://schemas.microsoft.com/office/drawing/2014/main" id="{DB5C1856-77AB-3F5B-8DAA-1F1FF1DE5D73}"/>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58373" name="Rectangle 7">
            <a:extLst>
              <a:ext uri="{FF2B5EF4-FFF2-40B4-BE49-F238E27FC236}">
                <a16:creationId xmlns:a16="http://schemas.microsoft.com/office/drawing/2014/main" id="{5F93C536-E60C-524A-AB31-F4B695B379F3}"/>
              </a:ext>
            </a:extLst>
          </p:cNvPr>
          <p:cNvSpPr>
            <a:spLocks noGrp="1" noChangeArrowheads="1"/>
          </p:cNvSpPr>
          <p:nvPr>
            <p:ph type="sldNum" sz="quarter" idx="5"/>
          </p:nvPr>
        </p:nvSpPr>
        <p:spPr/>
        <p:txBody>
          <a:bodyPr/>
          <a:lstStyle/>
          <a:p>
            <a:pPr>
              <a:defRPr/>
            </a:pPr>
            <a:fld id="{6FD98E9E-E059-4D85-AE55-67446B040B98}" type="slidenum">
              <a:rPr lang="en-US"/>
              <a:pPr>
                <a:defRPr/>
              </a:pPr>
              <a:t>63</a:t>
            </a:fld>
            <a:r>
              <a:rPr lang="en-US" dirty="0"/>
              <a:t>##</a:t>
            </a:r>
          </a:p>
        </p:txBody>
      </p:sp>
      <p:sp>
        <p:nvSpPr>
          <p:cNvPr id="126982" name="Rectangle 2">
            <a:extLst>
              <a:ext uri="{FF2B5EF4-FFF2-40B4-BE49-F238E27FC236}">
                <a16:creationId xmlns:a16="http://schemas.microsoft.com/office/drawing/2014/main" id="{D0F67AEB-EDCA-2B26-47F4-675A429649E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83" name="Rectangle 3">
            <a:extLst>
              <a:ext uri="{FF2B5EF4-FFF2-40B4-BE49-F238E27FC236}">
                <a16:creationId xmlns:a16="http://schemas.microsoft.com/office/drawing/2014/main" id="{5F117510-6D82-CDA3-D55F-B91A136CC7CB}"/>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B34AE92-81A0-A15E-CDB7-3B42B1ED3E12}"/>
              </a:ext>
            </a:extLst>
          </p:cNvPr>
          <p:cNvSpPr>
            <a:spLocks noGrp="1" noChangeArrowheads="1"/>
          </p:cNvSpPr>
          <p:nvPr>
            <p:ph type="hdr" sz="quarter"/>
          </p:nvPr>
        </p:nvSpPr>
        <p:spPr/>
        <p:txBody>
          <a:bodyPr/>
          <a:lstStyle/>
          <a:p>
            <a:pPr>
              <a:defRPr/>
            </a:pPr>
            <a:r>
              <a:rPr lang="en-US" dirty="0"/>
              <a:t>*</a:t>
            </a:r>
          </a:p>
        </p:txBody>
      </p:sp>
      <p:sp>
        <p:nvSpPr>
          <p:cNvPr id="59395" name="Rectangle 3">
            <a:extLst>
              <a:ext uri="{FF2B5EF4-FFF2-40B4-BE49-F238E27FC236}">
                <a16:creationId xmlns:a16="http://schemas.microsoft.com/office/drawing/2014/main" id="{8FDE6214-0E04-C930-5150-D0EA3CD8FCEA}"/>
              </a:ext>
            </a:extLst>
          </p:cNvPr>
          <p:cNvSpPr>
            <a:spLocks noGrp="1" noChangeArrowheads="1"/>
          </p:cNvSpPr>
          <p:nvPr>
            <p:ph type="dt" sz="quarter" idx="1"/>
          </p:nvPr>
        </p:nvSpPr>
        <p:spPr/>
        <p:txBody>
          <a:bodyPr/>
          <a:lstStyle/>
          <a:p>
            <a:pPr>
              <a:defRPr/>
            </a:pPr>
            <a:r>
              <a:rPr lang="en-US" dirty="0"/>
              <a:t>07/16/96</a:t>
            </a:r>
          </a:p>
        </p:txBody>
      </p:sp>
      <p:sp>
        <p:nvSpPr>
          <p:cNvPr id="59396" name="Rectangle 6">
            <a:extLst>
              <a:ext uri="{FF2B5EF4-FFF2-40B4-BE49-F238E27FC236}">
                <a16:creationId xmlns:a16="http://schemas.microsoft.com/office/drawing/2014/main" id="{6DF6CDBC-39F2-3740-A905-5AFDFBF84CE8}"/>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59397" name="Rectangle 7">
            <a:extLst>
              <a:ext uri="{FF2B5EF4-FFF2-40B4-BE49-F238E27FC236}">
                <a16:creationId xmlns:a16="http://schemas.microsoft.com/office/drawing/2014/main" id="{211EE064-9473-03D8-30F7-DF2B5B36FA14}"/>
              </a:ext>
            </a:extLst>
          </p:cNvPr>
          <p:cNvSpPr>
            <a:spLocks noGrp="1" noChangeArrowheads="1"/>
          </p:cNvSpPr>
          <p:nvPr>
            <p:ph type="sldNum" sz="quarter" idx="5"/>
          </p:nvPr>
        </p:nvSpPr>
        <p:spPr/>
        <p:txBody>
          <a:bodyPr/>
          <a:lstStyle/>
          <a:p>
            <a:pPr>
              <a:defRPr/>
            </a:pPr>
            <a:fld id="{264FB2DD-BCEE-4355-BD2C-31DAC8CC34DE}" type="slidenum">
              <a:rPr lang="en-US"/>
              <a:pPr>
                <a:defRPr/>
              </a:pPr>
              <a:t>64</a:t>
            </a:fld>
            <a:r>
              <a:rPr lang="en-US" dirty="0"/>
              <a:t>##</a:t>
            </a:r>
          </a:p>
        </p:txBody>
      </p:sp>
      <p:sp>
        <p:nvSpPr>
          <p:cNvPr id="129030" name="Rectangle 2">
            <a:extLst>
              <a:ext uri="{FF2B5EF4-FFF2-40B4-BE49-F238E27FC236}">
                <a16:creationId xmlns:a16="http://schemas.microsoft.com/office/drawing/2014/main" id="{8DA3CF45-9032-8F27-4D2C-C6A3CC060F70}"/>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31" name="Rectangle 3">
            <a:extLst>
              <a:ext uri="{FF2B5EF4-FFF2-40B4-BE49-F238E27FC236}">
                <a16:creationId xmlns:a16="http://schemas.microsoft.com/office/drawing/2014/main" id="{0309CF8D-2554-0C09-838E-4706A6B0949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3988B97-D6B0-CFEF-0DBA-5B01C267AECC}"/>
              </a:ext>
            </a:extLst>
          </p:cNvPr>
          <p:cNvSpPr>
            <a:spLocks noGrp="1" noChangeArrowheads="1"/>
          </p:cNvSpPr>
          <p:nvPr>
            <p:ph type="hdr" sz="quarter"/>
          </p:nvPr>
        </p:nvSpPr>
        <p:spPr/>
        <p:txBody>
          <a:bodyPr/>
          <a:lstStyle/>
          <a:p>
            <a:pPr>
              <a:defRPr/>
            </a:pPr>
            <a:r>
              <a:rPr lang="en-US" dirty="0"/>
              <a:t>*</a:t>
            </a:r>
          </a:p>
        </p:txBody>
      </p:sp>
      <p:sp>
        <p:nvSpPr>
          <p:cNvPr id="60419" name="Rectangle 3">
            <a:extLst>
              <a:ext uri="{FF2B5EF4-FFF2-40B4-BE49-F238E27FC236}">
                <a16:creationId xmlns:a16="http://schemas.microsoft.com/office/drawing/2014/main" id="{0098C876-B309-37BF-DCB9-F479713EFE2F}"/>
              </a:ext>
            </a:extLst>
          </p:cNvPr>
          <p:cNvSpPr>
            <a:spLocks noGrp="1" noChangeArrowheads="1"/>
          </p:cNvSpPr>
          <p:nvPr>
            <p:ph type="dt" sz="quarter" idx="1"/>
          </p:nvPr>
        </p:nvSpPr>
        <p:spPr/>
        <p:txBody>
          <a:bodyPr/>
          <a:lstStyle/>
          <a:p>
            <a:pPr>
              <a:defRPr/>
            </a:pPr>
            <a:r>
              <a:rPr lang="en-US" dirty="0"/>
              <a:t>07/16/96</a:t>
            </a:r>
          </a:p>
        </p:txBody>
      </p:sp>
      <p:sp>
        <p:nvSpPr>
          <p:cNvPr id="60420" name="Rectangle 6">
            <a:extLst>
              <a:ext uri="{FF2B5EF4-FFF2-40B4-BE49-F238E27FC236}">
                <a16:creationId xmlns:a16="http://schemas.microsoft.com/office/drawing/2014/main" id="{2E625BFB-A679-6AA9-6410-44774F407BB5}"/>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60421" name="Rectangle 7">
            <a:extLst>
              <a:ext uri="{FF2B5EF4-FFF2-40B4-BE49-F238E27FC236}">
                <a16:creationId xmlns:a16="http://schemas.microsoft.com/office/drawing/2014/main" id="{29611252-AC0E-5CC5-9769-53E0A0DCA607}"/>
              </a:ext>
            </a:extLst>
          </p:cNvPr>
          <p:cNvSpPr>
            <a:spLocks noGrp="1" noChangeArrowheads="1"/>
          </p:cNvSpPr>
          <p:nvPr>
            <p:ph type="sldNum" sz="quarter" idx="5"/>
          </p:nvPr>
        </p:nvSpPr>
        <p:spPr/>
        <p:txBody>
          <a:bodyPr/>
          <a:lstStyle/>
          <a:p>
            <a:pPr>
              <a:defRPr/>
            </a:pPr>
            <a:fld id="{FF8C5C25-C84C-45A8-BCF7-E35EA27E9631}" type="slidenum">
              <a:rPr lang="en-US"/>
              <a:pPr>
                <a:defRPr/>
              </a:pPr>
              <a:t>65</a:t>
            </a:fld>
            <a:r>
              <a:rPr lang="en-US" dirty="0"/>
              <a:t>##</a:t>
            </a:r>
          </a:p>
        </p:txBody>
      </p:sp>
      <p:sp>
        <p:nvSpPr>
          <p:cNvPr id="131078" name="Rectangle 2">
            <a:extLst>
              <a:ext uri="{FF2B5EF4-FFF2-40B4-BE49-F238E27FC236}">
                <a16:creationId xmlns:a16="http://schemas.microsoft.com/office/drawing/2014/main" id="{11BC5819-F685-717E-1E45-9337C84B4827}"/>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9" name="Rectangle 3">
            <a:extLst>
              <a:ext uri="{FF2B5EF4-FFF2-40B4-BE49-F238E27FC236}">
                <a16:creationId xmlns:a16="http://schemas.microsoft.com/office/drawing/2014/main" id="{5F0A2679-C79C-A7D8-BCD0-4B6154E66020}"/>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a:extLst>
              <a:ext uri="{FF2B5EF4-FFF2-40B4-BE49-F238E27FC236}">
                <a16:creationId xmlns:a16="http://schemas.microsoft.com/office/drawing/2014/main" id="{7FE0C6A2-1081-0CB6-E68C-7A83C310C118}"/>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a:extLst>
              <a:ext uri="{FF2B5EF4-FFF2-40B4-BE49-F238E27FC236}">
                <a16:creationId xmlns:a16="http://schemas.microsoft.com/office/drawing/2014/main" id="{BB1A7B7A-25CA-7D64-24B6-A7E6F9D61A3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223EB5AA-8260-0EC6-0F5A-D7FB31E2467E}"/>
              </a:ext>
            </a:extLst>
          </p:cNvPr>
          <p:cNvSpPr>
            <a:spLocks noGrp="1"/>
          </p:cNvSpPr>
          <p:nvPr>
            <p:ph type="sldNum" sz="quarter" idx="5"/>
          </p:nvPr>
        </p:nvSpPr>
        <p:spPr/>
        <p:txBody>
          <a:bodyPr/>
          <a:lstStyle/>
          <a:p>
            <a:pPr>
              <a:defRPr/>
            </a:pPr>
            <a:fld id="{6FE38E81-BFBF-4427-B792-D83DB3F92226}" type="slidenum">
              <a:rPr lang="en-US" smtClean="0"/>
              <a:pPr>
                <a:defRPr/>
              </a:pPr>
              <a:t>66</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a:extLst>
              <a:ext uri="{FF2B5EF4-FFF2-40B4-BE49-F238E27FC236}">
                <a16:creationId xmlns:a16="http://schemas.microsoft.com/office/drawing/2014/main" id="{40FC5E37-91DD-8797-B698-AF21EEF1BEF4}"/>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a:extLst>
              <a:ext uri="{FF2B5EF4-FFF2-40B4-BE49-F238E27FC236}">
                <a16:creationId xmlns:a16="http://schemas.microsoft.com/office/drawing/2014/main" id="{1171AEEF-F21A-7E0E-DF2E-23D8EF66270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B87C522F-63BE-6267-FB8C-2CB08615597B}"/>
              </a:ext>
            </a:extLst>
          </p:cNvPr>
          <p:cNvSpPr>
            <a:spLocks noGrp="1"/>
          </p:cNvSpPr>
          <p:nvPr>
            <p:ph type="sldNum" sz="quarter" idx="5"/>
          </p:nvPr>
        </p:nvSpPr>
        <p:spPr/>
        <p:txBody>
          <a:bodyPr/>
          <a:lstStyle/>
          <a:p>
            <a:pPr>
              <a:defRPr/>
            </a:pPr>
            <a:fld id="{ECE05727-8492-4FCB-9B8B-5551FCE3799E}" type="slidenum">
              <a:rPr lang="en-US" smtClean="0"/>
              <a:pPr>
                <a:defRPr/>
              </a:pPr>
              <a:t>67</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53E741E3-B244-C4BD-8170-C9E6F5C7DD36}"/>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34A7F28D-99F3-08B8-1A12-5F64DFBB6A0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DB18174B-C462-CF6C-4650-C36E360C234E}"/>
              </a:ext>
            </a:extLst>
          </p:cNvPr>
          <p:cNvSpPr>
            <a:spLocks noGrp="1"/>
          </p:cNvSpPr>
          <p:nvPr>
            <p:ph type="sldNum" sz="quarter" idx="5"/>
          </p:nvPr>
        </p:nvSpPr>
        <p:spPr/>
        <p:txBody>
          <a:bodyPr/>
          <a:lstStyle/>
          <a:p>
            <a:pPr>
              <a:defRPr/>
            </a:pPr>
            <a:fld id="{D4E83605-30AF-4B21-997A-5628A04B1E42}" type="slidenum">
              <a:rPr lang="en-US" smtClean="0"/>
              <a:pPr>
                <a:defRPr/>
              </a:pPr>
              <a:t>68</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07FF1B3-F531-8090-57A5-0E86F41EB40C}"/>
              </a:ext>
            </a:extLst>
          </p:cNvPr>
          <p:cNvSpPr>
            <a:spLocks noGrp="1" noChangeArrowheads="1"/>
          </p:cNvSpPr>
          <p:nvPr>
            <p:ph type="hdr" sz="quarter"/>
          </p:nvPr>
        </p:nvSpPr>
        <p:spPr/>
        <p:txBody>
          <a:bodyPr/>
          <a:lstStyle/>
          <a:p>
            <a:pPr>
              <a:defRPr/>
            </a:pPr>
            <a:r>
              <a:rPr lang="en-US" dirty="0"/>
              <a:t>*</a:t>
            </a:r>
          </a:p>
        </p:txBody>
      </p:sp>
      <p:sp>
        <p:nvSpPr>
          <p:cNvPr id="61443" name="Rectangle 3">
            <a:extLst>
              <a:ext uri="{FF2B5EF4-FFF2-40B4-BE49-F238E27FC236}">
                <a16:creationId xmlns:a16="http://schemas.microsoft.com/office/drawing/2014/main" id="{6ADBDF28-7A15-93B6-5660-37F2ADB4CB7D}"/>
              </a:ext>
            </a:extLst>
          </p:cNvPr>
          <p:cNvSpPr>
            <a:spLocks noGrp="1" noChangeArrowheads="1"/>
          </p:cNvSpPr>
          <p:nvPr>
            <p:ph type="dt" sz="quarter" idx="1"/>
          </p:nvPr>
        </p:nvSpPr>
        <p:spPr/>
        <p:txBody>
          <a:bodyPr/>
          <a:lstStyle/>
          <a:p>
            <a:pPr>
              <a:defRPr/>
            </a:pPr>
            <a:r>
              <a:rPr lang="en-US" dirty="0"/>
              <a:t>07/16/96</a:t>
            </a:r>
          </a:p>
        </p:txBody>
      </p:sp>
      <p:sp>
        <p:nvSpPr>
          <p:cNvPr id="61444" name="Rectangle 6">
            <a:extLst>
              <a:ext uri="{FF2B5EF4-FFF2-40B4-BE49-F238E27FC236}">
                <a16:creationId xmlns:a16="http://schemas.microsoft.com/office/drawing/2014/main" id="{3C85AAB0-9157-639F-94FE-C4F32457291B}"/>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61445" name="Rectangle 7">
            <a:extLst>
              <a:ext uri="{FF2B5EF4-FFF2-40B4-BE49-F238E27FC236}">
                <a16:creationId xmlns:a16="http://schemas.microsoft.com/office/drawing/2014/main" id="{549853BA-D424-D1D6-8AB6-CEDABDA5D177}"/>
              </a:ext>
            </a:extLst>
          </p:cNvPr>
          <p:cNvSpPr>
            <a:spLocks noGrp="1" noChangeArrowheads="1"/>
          </p:cNvSpPr>
          <p:nvPr>
            <p:ph type="sldNum" sz="quarter" idx="5"/>
          </p:nvPr>
        </p:nvSpPr>
        <p:spPr/>
        <p:txBody>
          <a:bodyPr/>
          <a:lstStyle/>
          <a:p>
            <a:pPr>
              <a:defRPr/>
            </a:pPr>
            <a:fld id="{EEE610F3-F38E-497B-8B64-CEAA4B1B18E8}" type="slidenum">
              <a:rPr lang="en-US"/>
              <a:pPr>
                <a:defRPr/>
              </a:pPr>
              <a:t>69</a:t>
            </a:fld>
            <a:r>
              <a:rPr lang="en-US" dirty="0"/>
              <a:t>##</a:t>
            </a:r>
          </a:p>
        </p:txBody>
      </p:sp>
      <p:sp>
        <p:nvSpPr>
          <p:cNvPr id="139270" name="Rectangle 2">
            <a:extLst>
              <a:ext uri="{FF2B5EF4-FFF2-40B4-BE49-F238E27FC236}">
                <a16:creationId xmlns:a16="http://schemas.microsoft.com/office/drawing/2014/main" id="{A61D63F0-B282-3C1F-1E13-6AC0DD22378D}"/>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71" name="Rectangle 3">
            <a:extLst>
              <a:ext uri="{FF2B5EF4-FFF2-40B4-BE49-F238E27FC236}">
                <a16:creationId xmlns:a16="http://schemas.microsoft.com/office/drawing/2014/main" id="{B9A5538A-80C5-9887-C939-3FA3B3359116}"/>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buFont typeface="Arial" panose="020B0604020202020204" pitchFamily="34" charset="0"/>
              <a:buChar char="•"/>
            </a:pPr>
            <a:r>
              <a:rPr lang="en-US" b="0" i="0" dirty="0">
                <a:solidFill>
                  <a:srgbClr val="ECECEC"/>
                </a:solidFill>
                <a:effectLst/>
                <a:highlight>
                  <a:srgbClr val="212121"/>
                </a:highlight>
                <a:latin typeface="Söhne"/>
              </a:rPr>
              <a:t>for="</a:t>
            </a:r>
            <a:r>
              <a:rPr lang="en-US" b="0" i="0" dirty="0" err="1">
                <a:solidFill>
                  <a:srgbClr val="ECECEC"/>
                </a:solidFill>
                <a:effectLst/>
                <a:highlight>
                  <a:srgbClr val="212121"/>
                </a:highlight>
                <a:latin typeface="Söhne"/>
              </a:rPr>
              <a:t>fname</a:t>
            </a:r>
            <a:r>
              <a:rPr lang="en-US" b="0" i="0" dirty="0">
                <a:solidFill>
                  <a:srgbClr val="ECECEC"/>
                </a:solidFill>
                <a:effectLst/>
                <a:highlight>
                  <a:srgbClr val="212121"/>
                </a:highlight>
                <a:latin typeface="Söhne"/>
              </a:rPr>
              <a:t>": This attribute specifies which form element the label is associated with. The value of this attribute should match the id attribute of the form element it labels. In this case, it's associated with an input element with the id of "</a:t>
            </a:r>
            <a:r>
              <a:rPr lang="en-US" b="0" i="0" dirty="0" err="1">
                <a:solidFill>
                  <a:srgbClr val="ECECEC"/>
                </a:solidFill>
                <a:effectLst/>
                <a:highlight>
                  <a:srgbClr val="212121"/>
                </a:highlight>
                <a:latin typeface="Söhne"/>
              </a:rPr>
              <a:t>fname</a:t>
            </a:r>
            <a:r>
              <a:rPr lang="en-US" b="0" i="0" dirty="0">
                <a:solidFill>
                  <a:srgbClr val="ECECEC"/>
                </a:solidFill>
                <a:effectLst/>
                <a:highlight>
                  <a:srgbClr val="212121"/>
                </a:highlight>
                <a:latin typeface="Söhne"/>
              </a:rPr>
              <a:t>".</a:t>
            </a:r>
          </a:p>
          <a:p>
            <a:pPr algn="l">
              <a:buFont typeface="Arial" panose="020B0604020202020204" pitchFamily="34" charset="0"/>
              <a:buChar char="•"/>
            </a:pPr>
            <a:r>
              <a:rPr lang="en-US" b="0" i="0" dirty="0">
                <a:solidFill>
                  <a:srgbClr val="ECECEC"/>
                </a:solidFill>
                <a:effectLst/>
                <a:highlight>
                  <a:srgbClr val="212121"/>
                </a:highlight>
                <a:latin typeface="Söhne"/>
              </a:rPr>
              <a:t>Text content: The text content between the opening and closing &lt;label&gt; tags provides the actual label text. In this example, it's "First Name".</a:t>
            </a:r>
          </a:p>
          <a:p>
            <a:pPr eaLnBrk="1" hangingPunct="1"/>
            <a:endParaRPr lang="bg-BG"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F5B44ED6-5606-3CFF-0F5B-6C30820B0B85}"/>
              </a:ext>
            </a:extLst>
          </p:cNvPr>
          <p:cNvSpPr>
            <a:spLocks noGrp="1" noChangeArrowheads="1"/>
          </p:cNvSpPr>
          <p:nvPr>
            <p:ph type="hdr" sz="quarter"/>
          </p:nvPr>
        </p:nvSpPr>
        <p:spPr/>
        <p:txBody>
          <a:bodyPr/>
          <a:lstStyle/>
          <a:p>
            <a:pPr>
              <a:defRPr/>
            </a:pPr>
            <a:r>
              <a:rPr lang="en-US" dirty="0"/>
              <a:t>*</a:t>
            </a:r>
          </a:p>
        </p:txBody>
      </p:sp>
      <p:sp>
        <p:nvSpPr>
          <p:cNvPr id="62467" name="Rectangle 3">
            <a:extLst>
              <a:ext uri="{FF2B5EF4-FFF2-40B4-BE49-F238E27FC236}">
                <a16:creationId xmlns:a16="http://schemas.microsoft.com/office/drawing/2014/main" id="{026153E2-4BF6-FE22-7641-9171C24F4A3C}"/>
              </a:ext>
            </a:extLst>
          </p:cNvPr>
          <p:cNvSpPr>
            <a:spLocks noGrp="1" noChangeArrowheads="1"/>
          </p:cNvSpPr>
          <p:nvPr>
            <p:ph type="dt" sz="quarter" idx="1"/>
          </p:nvPr>
        </p:nvSpPr>
        <p:spPr/>
        <p:txBody>
          <a:bodyPr/>
          <a:lstStyle/>
          <a:p>
            <a:pPr>
              <a:defRPr/>
            </a:pPr>
            <a:r>
              <a:rPr lang="en-US" dirty="0"/>
              <a:t>07/16/96</a:t>
            </a:r>
          </a:p>
        </p:txBody>
      </p:sp>
      <p:sp>
        <p:nvSpPr>
          <p:cNvPr id="62468" name="Rectangle 6">
            <a:extLst>
              <a:ext uri="{FF2B5EF4-FFF2-40B4-BE49-F238E27FC236}">
                <a16:creationId xmlns:a16="http://schemas.microsoft.com/office/drawing/2014/main" id="{BF5A1834-2DED-FEB4-C4FC-7DCD90B597DB}"/>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62469" name="Rectangle 7">
            <a:extLst>
              <a:ext uri="{FF2B5EF4-FFF2-40B4-BE49-F238E27FC236}">
                <a16:creationId xmlns:a16="http://schemas.microsoft.com/office/drawing/2014/main" id="{C1DC6330-8F94-CF6A-B1E2-00EE41D7DF87}"/>
              </a:ext>
            </a:extLst>
          </p:cNvPr>
          <p:cNvSpPr>
            <a:spLocks noGrp="1" noChangeArrowheads="1"/>
          </p:cNvSpPr>
          <p:nvPr>
            <p:ph type="sldNum" sz="quarter" idx="5"/>
          </p:nvPr>
        </p:nvSpPr>
        <p:spPr/>
        <p:txBody>
          <a:bodyPr/>
          <a:lstStyle/>
          <a:p>
            <a:pPr>
              <a:defRPr/>
            </a:pPr>
            <a:fld id="{853F9F18-F620-4A35-94B6-174FDBEED9BA}" type="slidenum">
              <a:rPr lang="en-US"/>
              <a:pPr>
                <a:defRPr/>
              </a:pPr>
              <a:t>70</a:t>
            </a:fld>
            <a:r>
              <a:rPr lang="en-US" dirty="0"/>
              <a:t>##</a:t>
            </a:r>
          </a:p>
        </p:txBody>
      </p:sp>
      <p:sp>
        <p:nvSpPr>
          <p:cNvPr id="141318" name="Rectangle 2">
            <a:extLst>
              <a:ext uri="{FF2B5EF4-FFF2-40B4-BE49-F238E27FC236}">
                <a16:creationId xmlns:a16="http://schemas.microsoft.com/office/drawing/2014/main" id="{07E87CE2-6152-6D27-D08B-07DCD4128974}"/>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9" name="Rectangle 3">
            <a:extLst>
              <a:ext uri="{FF2B5EF4-FFF2-40B4-BE49-F238E27FC236}">
                <a16:creationId xmlns:a16="http://schemas.microsoft.com/office/drawing/2014/main" id="{89AB9E1F-B729-2A25-7D84-202D1726F7C8}"/>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01F5EE7-02E4-9141-5FE4-7E2FB8157FEA}"/>
              </a:ext>
            </a:extLst>
          </p:cNvPr>
          <p:cNvSpPr>
            <a:spLocks noGrp="1" noChangeArrowheads="1"/>
          </p:cNvSpPr>
          <p:nvPr>
            <p:ph type="hdr" sz="quarter"/>
          </p:nvPr>
        </p:nvSpPr>
        <p:spPr/>
        <p:txBody>
          <a:bodyPr/>
          <a:lstStyle/>
          <a:p>
            <a:pPr>
              <a:defRPr/>
            </a:pPr>
            <a:r>
              <a:rPr lang="en-US" dirty="0"/>
              <a:t>*</a:t>
            </a:r>
          </a:p>
        </p:txBody>
      </p:sp>
      <p:sp>
        <p:nvSpPr>
          <p:cNvPr id="63491" name="Rectangle 3">
            <a:extLst>
              <a:ext uri="{FF2B5EF4-FFF2-40B4-BE49-F238E27FC236}">
                <a16:creationId xmlns:a16="http://schemas.microsoft.com/office/drawing/2014/main" id="{8A67B5D7-3583-82D7-2516-03B13C9346F1}"/>
              </a:ext>
            </a:extLst>
          </p:cNvPr>
          <p:cNvSpPr>
            <a:spLocks noGrp="1" noChangeArrowheads="1"/>
          </p:cNvSpPr>
          <p:nvPr>
            <p:ph type="dt" sz="quarter" idx="1"/>
          </p:nvPr>
        </p:nvSpPr>
        <p:spPr/>
        <p:txBody>
          <a:bodyPr/>
          <a:lstStyle/>
          <a:p>
            <a:pPr>
              <a:defRPr/>
            </a:pPr>
            <a:r>
              <a:rPr lang="en-US" dirty="0"/>
              <a:t>07/16/96</a:t>
            </a:r>
          </a:p>
        </p:txBody>
      </p:sp>
      <p:sp>
        <p:nvSpPr>
          <p:cNvPr id="63492" name="Rectangle 6">
            <a:extLst>
              <a:ext uri="{FF2B5EF4-FFF2-40B4-BE49-F238E27FC236}">
                <a16:creationId xmlns:a16="http://schemas.microsoft.com/office/drawing/2014/main" id="{BC141A82-D899-2EF9-4936-348F738CAA4D}"/>
              </a:ext>
            </a:extLst>
          </p:cNvPr>
          <p:cNvSpPr>
            <a:spLocks noGrp="1" noChangeArrowheads="1"/>
          </p:cNvSpPr>
          <p:nvPr>
            <p:ph type="ftr" sz="quarter" idx="4"/>
          </p:nvPr>
        </p:nvSpPr>
        <p:spPr/>
        <p:txBody>
          <a:bodyPr/>
          <a:lstStyle/>
          <a:p>
            <a:pPr>
              <a:defRPr/>
            </a:pPr>
            <a:r>
              <a:rPr lang="en-US" dirty="0"/>
              <a:t>(c) 2007 National Academy for Software Development - http://academy.devbg.org. All rights reserved. Unauthorized copying or re-distribution is strictly prohibited.*</a:t>
            </a:r>
          </a:p>
        </p:txBody>
      </p:sp>
      <p:sp>
        <p:nvSpPr>
          <p:cNvPr id="63493" name="Rectangle 7">
            <a:extLst>
              <a:ext uri="{FF2B5EF4-FFF2-40B4-BE49-F238E27FC236}">
                <a16:creationId xmlns:a16="http://schemas.microsoft.com/office/drawing/2014/main" id="{5415C42E-86FC-8B86-3314-77F4A3222C78}"/>
              </a:ext>
            </a:extLst>
          </p:cNvPr>
          <p:cNvSpPr>
            <a:spLocks noGrp="1" noChangeArrowheads="1"/>
          </p:cNvSpPr>
          <p:nvPr>
            <p:ph type="sldNum" sz="quarter" idx="5"/>
          </p:nvPr>
        </p:nvSpPr>
        <p:spPr/>
        <p:txBody>
          <a:bodyPr/>
          <a:lstStyle/>
          <a:p>
            <a:pPr>
              <a:defRPr/>
            </a:pPr>
            <a:fld id="{F5E5E9DB-0940-4CFD-9F86-D46E337A6552}" type="slidenum">
              <a:rPr lang="en-US"/>
              <a:pPr>
                <a:defRPr/>
              </a:pPr>
              <a:t>72</a:t>
            </a:fld>
            <a:r>
              <a:rPr lang="en-US" dirty="0"/>
              <a:t>##</a:t>
            </a:r>
          </a:p>
        </p:txBody>
      </p:sp>
      <p:sp>
        <p:nvSpPr>
          <p:cNvPr id="144390" name="Rectangle 2">
            <a:extLst>
              <a:ext uri="{FF2B5EF4-FFF2-40B4-BE49-F238E27FC236}">
                <a16:creationId xmlns:a16="http://schemas.microsoft.com/office/drawing/2014/main" id="{92A9EDAE-D5C3-6AA4-A03E-28047427D358}"/>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91" name="Rectangle 3">
            <a:extLst>
              <a:ext uri="{FF2B5EF4-FFF2-40B4-BE49-F238E27FC236}">
                <a16:creationId xmlns:a16="http://schemas.microsoft.com/office/drawing/2014/main" id="{997C7253-3883-B17D-2DC8-E2FD9D7A0D75}"/>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bg-BG"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2842A9-63D9-4A16-85A1-0D3224EBBEB6}" type="datetimeFigureOut">
              <a:rPr lang="en-US" smtClean="0"/>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404872-EC60-4660-B506-397ABCD2DB9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2842A9-63D9-4A16-85A1-0D3224EBBEB6}" type="datetimeFigureOut">
              <a:rPr lang="en-US" smtClean="0"/>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2842A9-63D9-4A16-85A1-0D3224EBBEB6}" type="datetimeFigureOut">
              <a:rPr lang="en-US" smtClean="0"/>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2842A9-63D9-4A16-85A1-0D3224EBBEB6}" type="datetimeFigureOut">
              <a:rPr lang="en-US" smtClean="0"/>
              <a:t>4/25/2024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2842A9-63D9-4A16-85A1-0D3224EBBEB6}" type="datetimeFigureOut">
              <a:rPr lang="en-US" smtClean="0"/>
              <a:t>4/25/2024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2842A9-63D9-4A16-85A1-0D3224EBBEB6}" type="datetimeFigureOut">
              <a:rPr lang="en-US" smtClean="0"/>
              <a:t>4/25/2024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2842A9-63D9-4A16-85A1-0D3224EBBEB6}" type="datetimeFigureOut">
              <a:rPr lang="en-US" smtClean="0"/>
              <a:t>4/25/2024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404872-EC60-4660-B506-397ABCD2DB9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2842A9-63D9-4A16-85A1-0D3224EBBEB6}" type="datetimeFigureOut">
              <a:rPr lang="en-US" smtClean="0"/>
              <a:t>4/25/2024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2842A9-63D9-4A16-85A1-0D3224EBBEB6}" type="datetimeFigureOut">
              <a:rPr lang="en-US" smtClean="0"/>
              <a:t>4/25/2024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2842A9-63D9-4A16-85A1-0D3224EBBEB6}" type="datetimeFigureOut">
              <a:rPr lang="en-US" smtClean="0"/>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2842A9-63D9-4A16-85A1-0D3224EBBEB6}" type="datetimeFigureOut">
              <a:rPr lang="en-US" smtClean="0"/>
              <a:t>4/25/2024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58452FF4-89E3-4D1B-9927-2DBDC00E58D7}" type="slidenum">
              <a:rPr lang="en-US" smtClean="0"/>
              <a:t>‹#›</a:t>
            </a:fld>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609600" y="1524000"/>
            <a:ext cx="10972800" cy="1524000"/>
          </a:xfrm>
          <a:prstGeom prst="rect">
            <a:avLst/>
          </a:prstGeom>
        </p:spPr>
        <p:txBody>
          <a:bodyPr tIns="0" bIns="0" anchor="b" anchorCtr="0"/>
          <a:lstStyle>
            <a:lvl1pPr algn="r">
              <a:lnSpc>
                <a:spcPts val="54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dirty="0"/>
              <a:t>Presentation Title</a:t>
            </a:r>
          </a:p>
        </p:txBody>
      </p:sp>
      <p:sp>
        <p:nvSpPr>
          <p:cNvPr id="7" name="Subtitle 16"/>
          <p:cNvSpPr>
            <a:spLocks noGrp="1"/>
          </p:cNvSpPr>
          <p:nvPr>
            <p:ph type="subTitle" idx="1" hasCustomPrompt="1"/>
          </p:nvPr>
        </p:nvSpPr>
        <p:spPr>
          <a:xfrm>
            <a:off x="609600" y="3240880"/>
            <a:ext cx="10972800" cy="569120"/>
          </a:xfrm>
          <a:prstGeom prst="rect">
            <a:avLst/>
          </a:prstGeom>
        </p:spPr>
        <p:txBody>
          <a:bodyPr lIns="90000" tIns="0" rIns="9000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Presentation Subtitle</a:t>
            </a:r>
          </a:p>
        </p:txBody>
      </p:sp>
      <p:sp>
        <p:nvSpPr>
          <p:cNvPr id="14" name="Text Placeholder 13"/>
          <p:cNvSpPr>
            <a:spLocks noGrp="1"/>
          </p:cNvSpPr>
          <p:nvPr>
            <p:ph type="body" sz="quarter" idx="10" hasCustomPrompt="1"/>
          </p:nvPr>
        </p:nvSpPr>
        <p:spPr>
          <a:xfrm>
            <a:off x="609600" y="5224046"/>
            <a:ext cx="4470400" cy="480131"/>
          </a:xfrm>
          <a:prstGeom prst="rect">
            <a:avLst/>
          </a:prstGeom>
          <a:noFill/>
        </p:spPr>
        <p:txBody>
          <a:bodyPr wrap="square"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anose="020B0503020204020204" pitchFamily="34" charset="0"/>
                <a:ea typeface="+mn-ea"/>
                <a:cs typeface="+mn-cs"/>
              </a:defRPr>
            </a:lvl1pPr>
          </a:lstStyle>
          <a:p>
            <a:pPr lvl="0"/>
            <a:r>
              <a:rPr lang="en-US" dirty="0"/>
              <a:t>Author Name</a:t>
            </a:r>
          </a:p>
        </p:txBody>
      </p:sp>
      <p:sp>
        <p:nvSpPr>
          <p:cNvPr id="15" name="Text Placeholder 13"/>
          <p:cNvSpPr>
            <a:spLocks noGrp="1"/>
          </p:cNvSpPr>
          <p:nvPr>
            <p:ph type="body" sz="quarter" idx="11" hasCustomPrompt="1"/>
          </p:nvPr>
        </p:nvSpPr>
        <p:spPr>
          <a:xfrm>
            <a:off x="609601" y="5757446"/>
            <a:ext cx="2090957" cy="341632"/>
          </a:xfrm>
          <a:prstGeom prst="rect">
            <a:avLst/>
          </a:prstGeom>
          <a:noFill/>
        </p:spPr>
        <p:txBody>
          <a:bodyPr wrap="none" rtlCol="0">
            <a:spAutoFit/>
          </a:bodyPr>
          <a:lstStyle>
            <a:lvl1pPr algn="l" rtl="0" fontAlgn="base">
              <a:spcBef>
                <a:spcPct val="0"/>
              </a:spcBef>
              <a:spcAft>
                <a:spcPct val="0"/>
              </a:spcAft>
              <a:buNone/>
              <a:defRPr lang="en-US" sz="1800" b="1" kern="1200" dirty="0" smtClean="0">
                <a:solidFill>
                  <a:srgbClr val="0EFE58"/>
                </a:solidFill>
                <a:effectLst>
                  <a:outerShdw blurRad="38100" dist="38100" dir="2700000" algn="tl">
                    <a:srgbClr val="000000">
                      <a:alpha val="43137"/>
                    </a:srgbClr>
                  </a:outerShdw>
                </a:effectLst>
                <a:latin typeface="Corbel" panose="020B0503020204020204" pitchFamily="34" charset="0"/>
                <a:ea typeface="+mn-ea"/>
                <a:cs typeface="+mn-cs"/>
              </a:defRPr>
            </a:lvl1pPr>
          </a:lstStyle>
          <a:p>
            <a:pPr algn="l"/>
            <a:r>
              <a:rPr lang="en-US" sz="1800" b="1" dirty="0">
                <a:solidFill>
                  <a:srgbClr val="0EFE58"/>
                </a:solidFill>
                <a:effectLst>
                  <a:outerShdw blurRad="38100" dist="38100" dir="2700000" algn="tl">
                    <a:srgbClr val="000000">
                      <a:alpha val="43137"/>
                    </a:srgbClr>
                  </a:outerShdw>
                </a:effectLst>
              </a:rPr>
              <a:t>Telerik Corporation</a:t>
            </a:r>
          </a:p>
        </p:txBody>
      </p:sp>
      <p:sp>
        <p:nvSpPr>
          <p:cNvPr id="16" name="Text Placeholder 13"/>
          <p:cNvSpPr>
            <a:spLocks noGrp="1"/>
          </p:cNvSpPr>
          <p:nvPr>
            <p:ph type="body" sz="quarter" idx="12" hasCustomPrompt="1"/>
          </p:nvPr>
        </p:nvSpPr>
        <p:spPr>
          <a:xfrm>
            <a:off x="609601" y="6062246"/>
            <a:ext cx="2277204" cy="313932"/>
          </a:xfrm>
          <a:prstGeom prst="rect">
            <a:avLst/>
          </a:prstGeom>
          <a:noFill/>
        </p:spPr>
        <p:txBody>
          <a:bodyPr wrap="square"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anose="020B0503020204020204" pitchFamily="34" charset="0"/>
                <a:ea typeface="+mn-ea"/>
                <a:cs typeface="+mn-cs"/>
              </a:defRPr>
            </a:lvl1pPr>
          </a:lstStyle>
          <a:p>
            <a:pPr algn="l"/>
            <a:r>
              <a:rPr lang="en-US" sz="1600" b="1" dirty="0">
                <a:solidFill>
                  <a:schemeClr val="tx1">
                    <a:lumMod val="50000"/>
                  </a:schemeClr>
                </a:solidFill>
                <a:effectLst>
                  <a:outerShdw blurRad="38100" dist="38100" dir="2700000" algn="tl">
                    <a:srgbClr val="000000">
                      <a:alpha val="43137"/>
                    </a:srgbClr>
                  </a:outerShdw>
                </a:effectLst>
                <a:hlinkClick r:id="rId2"/>
              </a:rPr>
              <a:t>www.telerik.com</a:t>
            </a:r>
            <a:endParaRPr lang="en-US" sz="1600" b="1" dirty="0">
              <a:solidFill>
                <a:schemeClr val="tx1">
                  <a:lumMod val="50000"/>
                </a:schemeClr>
              </a:solidFill>
              <a:effectLst>
                <a:outerShdw blurRad="38100" dist="38100" dir="2700000" algn="tl">
                  <a:srgbClr val="000000">
                    <a:alpha val="43137"/>
                  </a:srgbClr>
                </a:outerShdw>
              </a:effectLst>
            </a:endParaRPr>
          </a:p>
        </p:txBody>
      </p:sp>
      <p:cxnSp>
        <p:nvCxnSpPr>
          <p:cNvPr id="8" name="Straight Connector 7"/>
          <p:cNvCxnSpPr/>
          <p:nvPr userDrawn="1"/>
        </p:nvCxnSpPr>
        <p:spPr>
          <a:xfrm>
            <a:off x="3556000" y="4114800"/>
            <a:ext cx="83312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15217" y="71439"/>
            <a:ext cx="8737600" cy="909637"/>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31800" y="1268414"/>
            <a:ext cx="5562600" cy="53292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68414"/>
            <a:ext cx="5562600" cy="53292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215217" y="71439"/>
            <a:ext cx="8737600" cy="909637"/>
          </a:xfrm>
          <a:prstGeom prst="rect">
            <a:avLst/>
          </a:prstGeom>
        </p:spPr>
        <p:txBody>
          <a:bodyPr/>
          <a:lstStyle/>
          <a:p>
            <a:r>
              <a:rPr lang="en-US"/>
              <a:t>Click to edit Master title style</a:t>
            </a:r>
          </a:p>
        </p:txBody>
      </p:sp>
      <p:sp>
        <p:nvSpPr>
          <p:cNvPr id="3" name="Table Placeholder 2"/>
          <p:cNvSpPr>
            <a:spLocks noGrp="1"/>
          </p:cNvSpPr>
          <p:nvPr>
            <p:ph type="tbl" idx="1" hasCustomPrompt="1"/>
          </p:nvPr>
        </p:nvSpPr>
        <p:spPr>
          <a:xfrm>
            <a:off x="431800" y="1268414"/>
            <a:ext cx="11328400" cy="5329237"/>
          </a:xfrm>
          <a:prstGeom prst="rect">
            <a:avLst/>
          </a:prstGeom>
        </p:spPr>
        <p:txBody>
          <a:bodyPr/>
          <a:lstStyle/>
          <a:p>
            <a:pPr lvl="0"/>
            <a:r>
              <a:rPr lang="en-US" noProof="0"/>
              <a:t>Click icon to add table</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Presentation Title Slide">
    <p:spTree>
      <p:nvGrpSpPr>
        <p:cNvPr id="1" name=""/>
        <p:cNvGrpSpPr/>
        <p:nvPr/>
      </p:nvGrpSpPr>
      <p:grpSpPr>
        <a:xfrm>
          <a:off x="0" y="0"/>
          <a:ext cx="0" cy="0"/>
          <a:chOff x="0" y="0"/>
          <a:chExt cx="0" cy="0"/>
        </a:xfrm>
      </p:grpSpPr>
      <p:sp>
        <p:nvSpPr>
          <p:cNvPr id="6" name="Title 8"/>
          <p:cNvSpPr>
            <a:spLocks noGrp="1"/>
          </p:cNvSpPr>
          <p:nvPr>
            <p:ph type="ctrTitle" hasCustomPrompt="1"/>
          </p:nvPr>
        </p:nvSpPr>
        <p:spPr>
          <a:xfrm>
            <a:off x="609600" y="1524000"/>
            <a:ext cx="10972800" cy="1524000"/>
          </a:xfrm>
          <a:prstGeom prst="rect">
            <a:avLst/>
          </a:prstGeom>
        </p:spPr>
        <p:txBody>
          <a:bodyPr tIns="0" bIns="0" anchor="b" anchorCtr="0"/>
          <a:lstStyle>
            <a:lvl1pPr algn="r">
              <a:lnSpc>
                <a:spcPts val="54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5000" endPos="49000" dist="5000" dir="5400000" sy="-100000" algn="bl" rotWithShape="0"/>
                </a:effectLst>
              </a:defRPr>
            </a:lvl1pPr>
          </a:lstStyle>
          <a:p>
            <a:r>
              <a:rPr lang="en-US" dirty="0"/>
              <a:t>Presentation Title</a:t>
            </a:r>
          </a:p>
        </p:txBody>
      </p:sp>
      <p:sp>
        <p:nvSpPr>
          <p:cNvPr id="7" name="Subtitle 16"/>
          <p:cNvSpPr>
            <a:spLocks noGrp="1"/>
          </p:cNvSpPr>
          <p:nvPr>
            <p:ph type="subTitle" idx="1" hasCustomPrompt="1"/>
          </p:nvPr>
        </p:nvSpPr>
        <p:spPr>
          <a:xfrm>
            <a:off x="609600" y="3240880"/>
            <a:ext cx="10972800" cy="569120"/>
          </a:xfrm>
          <a:prstGeom prst="rect">
            <a:avLst/>
          </a:prstGeom>
        </p:spPr>
        <p:txBody>
          <a:bodyPr lIns="0" tIns="0" rIns="0" bIns="0" anchor="ctr" anchorCtr="0"/>
          <a:lstStyle>
            <a:lvl1pPr marL="0" indent="0" algn="r">
              <a:buNone/>
              <a:defRPr sz="2800">
                <a:solidFill>
                  <a:srgbClr val="FAF8C8"/>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Presentation Subtitle</a:t>
            </a:r>
          </a:p>
        </p:txBody>
      </p:sp>
      <p:cxnSp>
        <p:nvCxnSpPr>
          <p:cNvPr id="11" name="Straight Connector 10"/>
          <p:cNvCxnSpPr/>
          <p:nvPr userDrawn="1"/>
        </p:nvCxnSpPr>
        <p:spPr>
          <a:xfrm>
            <a:off x="3556000" y="4114800"/>
            <a:ext cx="8331200"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0" hasCustomPrompt="1"/>
          </p:nvPr>
        </p:nvSpPr>
        <p:spPr>
          <a:xfrm>
            <a:off x="609600" y="5224046"/>
            <a:ext cx="4470400" cy="480131"/>
          </a:xfrm>
          <a:prstGeom prst="rect">
            <a:avLst/>
          </a:prstGeom>
          <a:noFill/>
        </p:spPr>
        <p:txBody>
          <a:bodyPr wrap="square"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anose="020B0503020204020204" pitchFamily="34" charset="0"/>
                <a:ea typeface="+mn-ea"/>
                <a:cs typeface="+mn-cs"/>
              </a:defRPr>
            </a:lvl1pPr>
          </a:lstStyle>
          <a:p>
            <a:pPr lvl="0"/>
            <a:r>
              <a:rPr lang="en-US" dirty="0"/>
              <a:t>Author Name</a:t>
            </a:r>
          </a:p>
        </p:txBody>
      </p:sp>
      <p:sp>
        <p:nvSpPr>
          <p:cNvPr id="15" name="Text Placeholder 13"/>
          <p:cNvSpPr>
            <a:spLocks noGrp="1"/>
          </p:cNvSpPr>
          <p:nvPr>
            <p:ph type="body" sz="quarter" idx="11" hasCustomPrompt="1"/>
          </p:nvPr>
        </p:nvSpPr>
        <p:spPr>
          <a:xfrm>
            <a:off x="609601" y="5757446"/>
            <a:ext cx="2090957" cy="341632"/>
          </a:xfrm>
          <a:prstGeom prst="rect">
            <a:avLst/>
          </a:prstGeom>
          <a:noFill/>
        </p:spPr>
        <p:txBody>
          <a:bodyPr wrap="none" rtlCol="0">
            <a:spAutoFit/>
          </a:bodyPr>
          <a:lstStyle>
            <a:lvl1pPr algn="l" rtl="0" fontAlgn="base">
              <a:spcBef>
                <a:spcPct val="0"/>
              </a:spcBef>
              <a:spcAft>
                <a:spcPct val="0"/>
              </a:spcAft>
              <a:buNone/>
              <a:defRPr lang="en-US" sz="1800" b="1" kern="1200" dirty="0" smtClean="0">
                <a:solidFill>
                  <a:srgbClr val="0EFE58"/>
                </a:solidFill>
                <a:effectLst>
                  <a:outerShdw blurRad="38100" dist="38100" dir="2700000" algn="tl">
                    <a:srgbClr val="000000">
                      <a:alpha val="43137"/>
                    </a:srgbClr>
                  </a:outerShdw>
                </a:effectLst>
                <a:latin typeface="Corbel" panose="020B0503020204020204" pitchFamily="34" charset="0"/>
                <a:ea typeface="+mn-ea"/>
                <a:cs typeface="+mn-cs"/>
              </a:defRPr>
            </a:lvl1pPr>
          </a:lstStyle>
          <a:p>
            <a:pPr algn="l"/>
            <a:r>
              <a:rPr lang="en-US" sz="1800" b="1" dirty="0">
                <a:solidFill>
                  <a:srgbClr val="0EFE58"/>
                </a:solidFill>
                <a:effectLst>
                  <a:outerShdw blurRad="38100" dist="38100" dir="2700000" algn="tl">
                    <a:srgbClr val="000000">
                      <a:alpha val="43137"/>
                    </a:srgbClr>
                  </a:outerShdw>
                </a:effectLst>
              </a:rPr>
              <a:t>Telerik Corporation</a:t>
            </a:r>
          </a:p>
        </p:txBody>
      </p:sp>
      <p:sp>
        <p:nvSpPr>
          <p:cNvPr id="16" name="Text Placeholder 13"/>
          <p:cNvSpPr>
            <a:spLocks noGrp="1"/>
          </p:cNvSpPr>
          <p:nvPr>
            <p:ph type="body" sz="quarter" idx="12" hasCustomPrompt="1"/>
          </p:nvPr>
        </p:nvSpPr>
        <p:spPr>
          <a:xfrm>
            <a:off x="609601" y="6062246"/>
            <a:ext cx="2277204" cy="313932"/>
          </a:xfrm>
          <a:prstGeom prst="rect">
            <a:avLst/>
          </a:prstGeom>
          <a:noFill/>
        </p:spPr>
        <p:txBody>
          <a:bodyPr wrap="square"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anose="020B0503020204020204" pitchFamily="34" charset="0"/>
                <a:ea typeface="+mn-ea"/>
                <a:cs typeface="+mn-cs"/>
              </a:defRPr>
            </a:lvl1pPr>
          </a:lstStyle>
          <a:p>
            <a:pPr algn="l"/>
            <a:r>
              <a:rPr lang="en-US" sz="1600" b="1" dirty="0">
                <a:solidFill>
                  <a:schemeClr val="tx1">
                    <a:lumMod val="50000"/>
                  </a:schemeClr>
                </a:solidFill>
                <a:effectLst>
                  <a:outerShdw blurRad="38100" dist="38100" dir="2700000" algn="tl">
                    <a:srgbClr val="000000">
                      <a:alpha val="43137"/>
                    </a:srgbClr>
                  </a:outerShdw>
                </a:effectLst>
                <a:hlinkClick r:id="rId2"/>
              </a:rPr>
              <a:t>www.telerik.com</a:t>
            </a:r>
            <a:endParaRPr lang="en-US" sz="1600" b="1" dirty="0">
              <a:solidFill>
                <a:schemeClr val="tx1">
                  <a:lumMod val="5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Source Code Example">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2438400" y="76200"/>
            <a:ext cx="9448800" cy="914400"/>
          </a:xfrm>
          <a:prstGeom prst="rect">
            <a:avLst/>
          </a:prstGeom>
        </p:spPr>
        <p:txBody>
          <a:bodyPr anchor="ctr" anchorCtr="0">
            <a:noAutofit/>
          </a:bodyPr>
          <a:lstStyle>
            <a:lvl1pPr>
              <a:lnSpc>
                <a:spcPts val="4000"/>
              </a:lnSpc>
              <a:defRPr sz="4000"/>
            </a:lvl1pPr>
          </a:lstStyle>
          <a:p>
            <a:r>
              <a:rPr lang="en-US" dirty="0"/>
              <a:t>Slide Title</a:t>
            </a:r>
          </a:p>
        </p:txBody>
      </p:sp>
      <p:sp>
        <p:nvSpPr>
          <p:cNvPr id="4" name="Content Placeholder 2"/>
          <p:cNvSpPr>
            <a:spLocks noGrp="1"/>
          </p:cNvSpPr>
          <p:nvPr>
            <p:ph idx="1" hasCustomPrompt="1"/>
          </p:nvPr>
        </p:nvSpPr>
        <p:spPr>
          <a:xfrm>
            <a:off x="304800" y="1066800"/>
            <a:ext cx="11582400" cy="579646"/>
          </a:xfrm>
          <a:prstGeom prst="rect">
            <a:avLst/>
          </a:prstGeom>
        </p:spPr>
        <p:txBody>
          <a:bodyPr>
            <a:spAutoFit/>
          </a:bodyPr>
          <a:lstStyle>
            <a:lvl1pPr marL="282575" indent="-282575">
              <a:lnSpc>
                <a:spcPts val="3800"/>
              </a:lnSpc>
              <a:spcBef>
                <a:spcPts val="600"/>
              </a:spcBef>
              <a:spcAft>
                <a:spcPts val="600"/>
              </a:spcAft>
              <a:buClr>
                <a:schemeClr val="accent5">
                  <a:lumMod val="40000"/>
                  <a:lumOff val="60000"/>
                </a:schemeClr>
              </a:buClr>
              <a:buNone/>
              <a:tabLst>
                <a:tab pos="282575" algn="l"/>
              </a:tabLst>
              <a:defRPr sz="3000" baseline="0">
                <a:solidFill>
                  <a:schemeClr val="tx1">
                    <a:lumMod val="40000"/>
                    <a:lumOff val="60000"/>
                  </a:schemeClr>
                </a:solidFill>
              </a:defRPr>
            </a:lvl1pPr>
            <a:lvl2pPr>
              <a:lnSpc>
                <a:spcPts val="3800"/>
              </a:lnSpc>
              <a:spcBef>
                <a:spcPts val="600"/>
              </a:spcBef>
              <a:spcAft>
                <a:spcPts val="600"/>
              </a:spcAft>
              <a:buClr>
                <a:srgbClr val="8FD600"/>
              </a:buClr>
              <a:defRPr sz="3000">
                <a:solidFill>
                  <a:schemeClr val="tx1">
                    <a:lumMod val="40000"/>
                    <a:lumOff val="60000"/>
                  </a:schemeClr>
                </a:solidFill>
              </a:defRPr>
            </a:lvl2pPr>
            <a:lvl3pPr>
              <a:lnSpc>
                <a:spcPts val="3800"/>
              </a:lnSpc>
              <a:spcBef>
                <a:spcPts val="600"/>
              </a:spcBef>
              <a:spcAft>
                <a:spcPts val="600"/>
              </a:spcAft>
              <a:buClr>
                <a:srgbClr val="FFAD9F"/>
              </a:buClr>
              <a:defRPr sz="2800">
                <a:solidFill>
                  <a:schemeClr val="tx1">
                    <a:lumMod val="40000"/>
                    <a:lumOff val="60000"/>
                  </a:schemeClr>
                </a:solidFill>
              </a:defRPr>
            </a:lvl3pPr>
            <a:lvl4pPr>
              <a:lnSpc>
                <a:spcPts val="3800"/>
              </a:lnSpc>
              <a:spcBef>
                <a:spcPts val="600"/>
              </a:spcBef>
              <a:spcAft>
                <a:spcPts val="600"/>
              </a:spcAft>
              <a:buClr>
                <a:srgbClr val="FACF82"/>
              </a:buClr>
              <a:defRPr sz="2600">
                <a:solidFill>
                  <a:schemeClr val="tx1">
                    <a:lumMod val="40000"/>
                    <a:lumOff val="60000"/>
                  </a:schemeClr>
                </a:solidFill>
              </a:defRPr>
            </a:lvl4pPr>
            <a:lvl5pPr>
              <a:lnSpc>
                <a:spcPts val="3800"/>
              </a:lnSpc>
              <a:spcBef>
                <a:spcPts val="600"/>
              </a:spcBef>
              <a:spcAft>
                <a:spcPts val="600"/>
              </a:spcAft>
              <a:defRPr sz="2400">
                <a:solidFill>
                  <a:schemeClr val="tx1">
                    <a:lumMod val="40000"/>
                    <a:lumOff val="60000"/>
                  </a:schemeClr>
                </a:solidFill>
              </a:defRPr>
            </a:lvl5pPr>
          </a:lstStyle>
          <a:p>
            <a:pPr lvl="0"/>
            <a:r>
              <a:rPr lang="en-US" dirty="0"/>
              <a:t>Example description</a:t>
            </a:r>
          </a:p>
        </p:txBody>
      </p:sp>
      <p:sp>
        <p:nvSpPr>
          <p:cNvPr id="6" name="Text Placeholder 5"/>
          <p:cNvSpPr>
            <a:spLocks noGrp="1"/>
          </p:cNvSpPr>
          <p:nvPr>
            <p:ph type="body" sz="quarter" idx="10" hasCustomPrompt="1"/>
          </p:nvPr>
        </p:nvSpPr>
        <p:spPr>
          <a:xfrm>
            <a:off x="457200" y="1828801"/>
            <a:ext cx="11176000" cy="408111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lvl1pPr marL="0" indent="0" algn="l">
              <a:spcBef>
                <a:spcPts val="0"/>
              </a:spcBef>
              <a:buNone/>
              <a:defRPr lang="en-US" sz="1800" smtClean="0">
                <a:solidFill>
                  <a:srgbClr val="8CF4F2"/>
                </a:solidFill>
                <a:latin typeface="Consolas" panose="020B0609020204030204" pitchFamily="49" charset="0"/>
                <a:cs typeface="Consolas" panose="020B0609020204030204" pitchFamily="49" charset="0"/>
              </a:defRPr>
            </a:lvl1pPr>
          </a:lstStyle>
          <a:p>
            <a:pPr lvl="0"/>
            <a:r>
              <a:rPr lang="en-US" noProof="1"/>
              <a:t>Source code box</a:t>
            </a:r>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a:p>
            <a:pPr lvl="0"/>
            <a:endParaRPr lang="en-US" noProof="1"/>
          </a:p>
        </p:txBody>
      </p:sp>
      <p:sp>
        <p:nvSpPr>
          <p:cNvPr id="8" name="Slide Number Placeholder 7"/>
          <p:cNvSpPr>
            <a:spLocks noGrp="1"/>
          </p:cNvSpPr>
          <p:nvPr>
            <p:ph type="sldNum" sz="quarter" idx="11"/>
          </p:nvPr>
        </p:nvSpPr>
        <p:spPr/>
        <p:txBody>
          <a:bodyPr/>
          <a:lstStyle/>
          <a:p>
            <a:pPr>
              <a:defRPr/>
            </a:pPr>
            <a:fld id="{58452FF4-89E3-4D1B-9927-2DBDC00E58D7}"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Questions Slid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438400" y="152400"/>
            <a:ext cx="9448800" cy="914400"/>
          </a:xfrm>
          <a:prstGeom prst="rect">
            <a:avLst/>
          </a:prstGeom>
        </p:spPr>
        <p:txBody>
          <a:bodyPr anchor="ctr" anchorCtr="0">
            <a:noAutofit/>
          </a:bodyPr>
          <a:lstStyle>
            <a:lvl1pPr>
              <a:lnSpc>
                <a:spcPts val="4000"/>
              </a:lnSpc>
              <a:defRPr sz="4000"/>
            </a:lvl1pPr>
          </a:lstStyle>
          <a:p>
            <a:r>
              <a:rPr lang="en-US" dirty="0"/>
              <a:t>Presentation Title</a:t>
            </a:r>
          </a:p>
        </p:txBody>
      </p:sp>
      <p:sp>
        <p:nvSpPr>
          <p:cNvPr id="10" name="TextBox 9"/>
          <p:cNvSpPr txBox="1"/>
          <p:nvPr userDrawn="1"/>
        </p:nvSpPr>
        <p:spPr>
          <a:xfrm>
            <a:off x="1727200" y="2438401"/>
            <a:ext cx="8534400" cy="2097345"/>
          </a:xfrm>
          <a:prstGeom prst="rect">
            <a:avLst/>
          </a:prstGeom>
        </p:spPr>
        <p:txBody>
          <a:bodyPr anchor="ctr" anchorCtr="0"/>
          <a:lstStyle/>
          <a:p>
            <a:pPr marL="319405" marR="0" lvl="0" indent="-319405" algn="ctr" defTabSz="914400" rtl="0" eaLnBrk="0" fontAlgn="base" latinLnBrk="0" hangingPunct="0">
              <a:lnSpc>
                <a:spcPct val="100000"/>
              </a:lnSpc>
              <a:spcBef>
                <a:spcPct val="20000"/>
              </a:spcBef>
              <a:spcAft>
                <a:spcPct val="0"/>
              </a:spcAft>
              <a:buClr>
                <a:schemeClr val="accent5">
                  <a:lumMod val="40000"/>
                  <a:lumOff val="60000"/>
                </a:schemeClr>
              </a:buClr>
              <a:buSzPct val="70000"/>
              <a:buFont typeface="Wingdings 2" panose="05020102010507070707" pitchFamily="18" charset="2"/>
              <a:buNone/>
              <a:defRPr/>
            </a:pPr>
            <a:r>
              <a:rPr lang="en-US" sz="8000" b="1" kern="1200" dirty="0">
                <a:solidFill>
                  <a:srgbClr val="E8FFC8"/>
                </a:solidFill>
                <a:effectLst>
                  <a:outerShdw blurRad="38100" dist="38100" dir="2700000" algn="tl">
                    <a:srgbClr val="000000">
                      <a:alpha val="43137"/>
                    </a:srgbClr>
                  </a:outerShdw>
                </a:effectLst>
                <a:latin typeface="+mn-lt"/>
                <a:ea typeface="+mn-ea"/>
                <a:cs typeface="+mn-cs"/>
              </a:rPr>
              <a:t>Questions?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2842A9-63D9-4A16-85A1-0D3224EBBEB6}" type="datetimeFigureOut">
              <a:rPr lang="en-US" smtClean="0"/>
              <a:t>4/25/2024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8452FF4-89E3-4D1B-9927-2DBDC00E58D7}" type="slidenum">
              <a:rPr lang="en-US" smtClean="0"/>
              <a:t>‹#›</a:t>
            </a:fld>
            <a:endParaRPr lang="en-US" dirty="0"/>
          </a:p>
        </p:txBody>
      </p:sp>
      <p:sp>
        <p:nvSpPr>
          <p:cNvPr id="7" name="Flowchart: Document 6"/>
          <p:cNvSpPr/>
          <p:nvPr userDrawn="1"/>
        </p:nvSpPr>
        <p:spPr>
          <a:xfrm rot="10800000">
            <a:off x="1" y="411367"/>
            <a:ext cx="12192000" cy="5562705"/>
          </a:xfrm>
          <a:custGeom>
            <a:avLst/>
            <a:gdLst>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1" fmla="*/ 0 w 21600"/>
              <a:gd name="connsiteY0-2" fmla="*/ 0 h 19378"/>
              <a:gd name="connsiteX1-3" fmla="*/ 21600 w 21600"/>
              <a:gd name="connsiteY1-4" fmla="*/ 0 h 19378"/>
              <a:gd name="connsiteX2-5" fmla="*/ 21600 w 21600"/>
              <a:gd name="connsiteY2-6" fmla="*/ 17322 h 19378"/>
              <a:gd name="connsiteX3-7" fmla="*/ 0 w 21600"/>
              <a:gd name="connsiteY3-8" fmla="*/ 19378 h 19378"/>
              <a:gd name="connsiteX4-9" fmla="*/ 0 w 21600"/>
              <a:gd name="connsiteY4-10" fmla="*/ 0 h 19378"/>
              <a:gd name="connsiteX0-11" fmla="*/ 0 w 21600"/>
              <a:gd name="connsiteY0-12" fmla="*/ 0 h 19378"/>
              <a:gd name="connsiteX1-13" fmla="*/ 21600 w 21600"/>
              <a:gd name="connsiteY1-14" fmla="*/ 0 h 19378"/>
              <a:gd name="connsiteX2-15" fmla="*/ 21600 w 21600"/>
              <a:gd name="connsiteY2-16" fmla="*/ 17322 h 19378"/>
              <a:gd name="connsiteX3-17" fmla="*/ 0 w 21600"/>
              <a:gd name="connsiteY3-18" fmla="*/ 19378 h 19378"/>
              <a:gd name="connsiteX4-19" fmla="*/ 0 w 21600"/>
              <a:gd name="connsiteY4-20" fmla="*/ 0 h 19378"/>
              <a:gd name="connsiteX0-21" fmla="*/ 0 w 21600"/>
              <a:gd name="connsiteY0-22" fmla="*/ 0 h 19974"/>
              <a:gd name="connsiteX1-23" fmla="*/ 21600 w 21600"/>
              <a:gd name="connsiteY1-24" fmla="*/ 0 h 19974"/>
              <a:gd name="connsiteX2-25" fmla="*/ 21600 w 21600"/>
              <a:gd name="connsiteY2-26" fmla="*/ 17322 h 19974"/>
              <a:gd name="connsiteX3-27" fmla="*/ 0 w 21600"/>
              <a:gd name="connsiteY3-28" fmla="*/ 19974 h 19974"/>
              <a:gd name="connsiteX4-29" fmla="*/ 0 w 21600"/>
              <a:gd name="connsiteY4-30" fmla="*/ 0 h 19974"/>
              <a:gd name="connsiteX0-31" fmla="*/ 0 w 21600"/>
              <a:gd name="connsiteY0-32" fmla="*/ 0 h 19974"/>
              <a:gd name="connsiteX1-33" fmla="*/ 21600 w 21600"/>
              <a:gd name="connsiteY1-34" fmla="*/ 0 h 19974"/>
              <a:gd name="connsiteX2-35" fmla="*/ 21600 w 21600"/>
              <a:gd name="connsiteY2-36" fmla="*/ 17322 h 19974"/>
              <a:gd name="connsiteX3-37" fmla="*/ 0 w 21600"/>
              <a:gd name="connsiteY3-38" fmla="*/ 19974 h 19974"/>
              <a:gd name="connsiteX4-39" fmla="*/ 0 w 21600"/>
              <a:gd name="connsiteY4-40" fmla="*/ 0 h 19974"/>
              <a:gd name="connsiteX0-41" fmla="*/ 0 w 21600"/>
              <a:gd name="connsiteY0-42" fmla="*/ 0 h 19974"/>
              <a:gd name="connsiteX1-43" fmla="*/ 21600 w 21600"/>
              <a:gd name="connsiteY1-44" fmla="*/ 0 h 19974"/>
              <a:gd name="connsiteX2-45" fmla="*/ 21600 w 21600"/>
              <a:gd name="connsiteY2-46" fmla="*/ 17322 h 19974"/>
              <a:gd name="connsiteX3-47" fmla="*/ 0 w 21600"/>
              <a:gd name="connsiteY3-48" fmla="*/ 19974 h 19974"/>
              <a:gd name="connsiteX4-49" fmla="*/ 0 w 21600"/>
              <a:gd name="connsiteY4-50" fmla="*/ 0 h 19974"/>
              <a:gd name="connsiteX0-51" fmla="*/ 0 w 21600"/>
              <a:gd name="connsiteY0-52" fmla="*/ 0 h 20252"/>
              <a:gd name="connsiteX1-53" fmla="*/ 21600 w 21600"/>
              <a:gd name="connsiteY1-54" fmla="*/ 0 h 20252"/>
              <a:gd name="connsiteX2-55" fmla="*/ 21600 w 21600"/>
              <a:gd name="connsiteY2-56" fmla="*/ 17322 h 20252"/>
              <a:gd name="connsiteX3-57" fmla="*/ 0 w 21600"/>
              <a:gd name="connsiteY3-58" fmla="*/ 20252 h 20252"/>
              <a:gd name="connsiteX4-59" fmla="*/ 0 w 21600"/>
              <a:gd name="connsiteY4-60" fmla="*/ 0 h 20252"/>
              <a:gd name="connsiteX0-61" fmla="*/ 0 w 21600"/>
              <a:gd name="connsiteY0-62" fmla="*/ 0 h 20252"/>
              <a:gd name="connsiteX1-63" fmla="*/ 21600 w 21600"/>
              <a:gd name="connsiteY1-64" fmla="*/ 0 h 20252"/>
              <a:gd name="connsiteX2-65" fmla="*/ 21600 w 21600"/>
              <a:gd name="connsiteY2-66" fmla="*/ 17322 h 20252"/>
              <a:gd name="connsiteX3-67" fmla="*/ 0 w 21600"/>
              <a:gd name="connsiteY3-68" fmla="*/ 20252 h 20252"/>
              <a:gd name="connsiteX4-69" fmla="*/ 0 w 21600"/>
              <a:gd name="connsiteY4-70" fmla="*/ 0 h 202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Lst>
            <a:rect l="l" t="t" r="r" b="b"/>
            <a:pathLst>
              <a:path w="21600" h="20252">
                <a:moveTo>
                  <a:pt x="0" y="0"/>
                </a:moveTo>
                <a:lnTo>
                  <a:pt x="21600" y="0"/>
                </a:lnTo>
                <a:lnTo>
                  <a:pt x="21600" y="17322"/>
                </a:lnTo>
                <a:cubicBezTo>
                  <a:pt x="10800" y="17322"/>
                  <a:pt x="10056" y="24231"/>
                  <a:pt x="0" y="20252"/>
                </a:cubicBezTo>
                <a:lnTo>
                  <a:pt x="0" y="0"/>
                </a:lnTo>
                <a:close/>
              </a:path>
            </a:pathLst>
          </a:custGeom>
          <a:gradFill>
            <a:gsLst>
              <a:gs pos="100000">
                <a:schemeClr val="bg1">
                  <a:lumMod val="85000"/>
                  <a:lumOff val="1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effectLst>
                <a:outerShdw blurRad="38100" dist="38100" dir="2700000" algn="tl">
                  <a:srgbClr val="000000">
                    <a:alpha val="43137"/>
                  </a:srgbClr>
                </a:outerShdw>
              </a:effectLst>
            </a:endParaRPr>
          </a:p>
        </p:txBody>
      </p:sp>
      <p:sp>
        <p:nvSpPr>
          <p:cNvPr id="8" name="Flowchart: Document 7"/>
          <p:cNvSpPr/>
          <p:nvPr userDrawn="1"/>
        </p:nvSpPr>
        <p:spPr>
          <a:xfrm rot="10800000">
            <a:off x="1" y="609601"/>
            <a:ext cx="12192000" cy="4480425"/>
          </a:xfrm>
          <a:custGeom>
            <a:avLst/>
            <a:gdLst>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1" fmla="*/ 0 w 21600"/>
              <a:gd name="connsiteY0-2" fmla="*/ 0 h 18944"/>
              <a:gd name="connsiteX1-3" fmla="*/ 21600 w 21600"/>
              <a:gd name="connsiteY1-4" fmla="*/ 0 h 18944"/>
              <a:gd name="connsiteX2-5" fmla="*/ 21600 w 21600"/>
              <a:gd name="connsiteY2-6" fmla="*/ 17322 h 18944"/>
              <a:gd name="connsiteX3-7" fmla="*/ 0 w 21600"/>
              <a:gd name="connsiteY3-8" fmla="*/ 18944 h 18944"/>
              <a:gd name="connsiteX4-9" fmla="*/ 0 w 21600"/>
              <a:gd name="connsiteY4-10" fmla="*/ 0 h 18944"/>
              <a:gd name="connsiteX0-11" fmla="*/ 0 w 21600"/>
              <a:gd name="connsiteY0-12" fmla="*/ 0 h 19350"/>
              <a:gd name="connsiteX1-13" fmla="*/ 21600 w 21600"/>
              <a:gd name="connsiteY1-14" fmla="*/ 0 h 19350"/>
              <a:gd name="connsiteX2-15" fmla="*/ 21600 w 21600"/>
              <a:gd name="connsiteY2-16" fmla="*/ 17322 h 19350"/>
              <a:gd name="connsiteX3-17" fmla="*/ 0 w 21600"/>
              <a:gd name="connsiteY3-18" fmla="*/ 19350 h 19350"/>
              <a:gd name="connsiteX4-19" fmla="*/ 0 w 21600"/>
              <a:gd name="connsiteY4-20" fmla="*/ 0 h 19350"/>
              <a:gd name="connsiteX0-21" fmla="*/ 0 w 21600"/>
              <a:gd name="connsiteY0-22" fmla="*/ 0 h 19350"/>
              <a:gd name="connsiteX1-23" fmla="*/ 21600 w 21600"/>
              <a:gd name="connsiteY1-24" fmla="*/ 0 h 19350"/>
              <a:gd name="connsiteX2-25" fmla="*/ 21600 w 21600"/>
              <a:gd name="connsiteY2-26" fmla="*/ 17322 h 19350"/>
              <a:gd name="connsiteX3-27" fmla="*/ 0 w 21600"/>
              <a:gd name="connsiteY3-28" fmla="*/ 19350 h 19350"/>
              <a:gd name="connsiteX4-29" fmla="*/ 0 w 21600"/>
              <a:gd name="connsiteY4-30" fmla="*/ 0 h 19350"/>
              <a:gd name="connsiteX0-31" fmla="*/ 0 w 21600"/>
              <a:gd name="connsiteY0-32" fmla="*/ 0 h 19350"/>
              <a:gd name="connsiteX1-33" fmla="*/ 21600 w 21600"/>
              <a:gd name="connsiteY1-34" fmla="*/ 0 h 19350"/>
              <a:gd name="connsiteX2-35" fmla="*/ 21600 w 21600"/>
              <a:gd name="connsiteY2-36" fmla="*/ 17322 h 19350"/>
              <a:gd name="connsiteX3-37" fmla="*/ 0 w 21600"/>
              <a:gd name="connsiteY3-38" fmla="*/ 19350 h 19350"/>
              <a:gd name="connsiteX4-39" fmla="*/ 0 w 21600"/>
              <a:gd name="connsiteY4-40" fmla="*/ 0 h 19350"/>
              <a:gd name="connsiteX0-41" fmla="*/ 0 w 21600"/>
              <a:gd name="connsiteY0-42" fmla="*/ 0 h 19350"/>
              <a:gd name="connsiteX1-43" fmla="*/ 21600 w 21600"/>
              <a:gd name="connsiteY1-44" fmla="*/ 0 h 19350"/>
              <a:gd name="connsiteX2-45" fmla="*/ 21600 w 21600"/>
              <a:gd name="connsiteY2-46" fmla="*/ 17322 h 19350"/>
              <a:gd name="connsiteX3-47" fmla="*/ 0 w 21600"/>
              <a:gd name="connsiteY3-48" fmla="*/ 19350 h 19350"/>
              <a:gd name="connsiteX4-49" fmla="*/ 0 w 21600"/>
              <a:gd name="connsiteY4-50" fmla="*/ 0 h 19350"/>
              <a:gd name="connsiteX0-51" fmla="*/ 0 w 21600"/>
              <a:gd name="connsiteY0-52" fmla="*/ 0 h 19691"/>
              <a:gd name="connsiteX1-53" fmla="*/ 21600 w 21600"/>
              <a:gd name="connsiteY1-54" fmla="*/ 0 h 19691"/>
              <a:gd name="connsiteX2-55" fmla="*/ 21600 w 21600"/>
              <a:gd name="connsiteY2-56" fmla="*/ 17322 h 19691"/>
              <a:gd name="connsiteX3-57" fmla="*/ 0 w 21600"/>
              <a:gd name="connsiteY3-58" fmla="*/ 19691 h 19691"/>
              <a:gd name="connsiteX4-59" fmla="*/ 0 w 21600"/>
              <a:gd name="connsiteY4-60" fmla="*/ 0 h 19691"/>
              <a:gd name="connsiteX0-61" fmla="*/ 0 w 21600"/>
              <a:gd name="connsiteY0-62" fmla="*/ 0 h 19691"/>
              <a:gd name="connsiteX1-63" fmla="*/ 21600 w 21600"/>
              <a:gd name="connsiteY1-64" fmla="*/ 0 h 19691"/>
              <a:gd name="connsiteX2-65" fmla="*/ 21600 w 21600"/>
              <a:gd name="connsiteY2-66" fmla="*/ 17322 h 19691"/>
              <a:gd name="connsiteX3-67" fmla="*/ 0 w 21600"/>
              <a:gd name="connsiteY3-68" fmla="*/ 19691 h 19691"/>
              <a:gd name="connsiteX4-69" fmla="*/ 0 w 21600"/>
              <a:gd name="connsiteY4-70" fmla="*/ 0 h 19691"/>
              <a:gd name="connsiteX0-71" fmla="*/ 0 w 21600"/>
              <a:gd name="connsiteY0-72" fmla="*/ 0 h 20032"/>
              <a:gd name="connsiteX1-73" fmla="*/ 21600 w 21600"/>
              <a:gd name="connsiteY1-74" fmla="*/ 0 h 20032"/>
              <a:gd name="connsiteX2-75" fmla="*/ 21600 w 21600"/>
              <a:gd name="connsiteY2-76" fmla="*/ 17322 h 20032"/>
              <a:gd name="connsiteX3-77" fmla="*/ 0 w 21600"/>
              <a:gd name="connsiteY3-78" fmla="*/ 20032 h 20032"/>
              <a:gd name="connsiteX4-79" fmla="*/ 0 w 21600"/>
              <a:gd name="connsiteY4-80" fmla="*/ 0 h 20032"/>
              <a:gd name="connsiteX0-81" fmla="*/ 0 w 21600"/>
              <a:gd name="connsiteY0-82" fmla="*/ 0 h 20032"/>
              <a:gd name="connsiteX1-83" fmla="*/ 21600 w 21600"/>
              <a:gd name="connsiteY1-84" fmla="*/ 0 h 20032"/>
              <a:gd name="connsiteX2-85" fmla="*/ 21600 w 21600"/>
              <a:gd name="connsiteY2-86" fmla="*/ 17322 h 20032"/>
              <a:gd name="connsiteX3-87" fmla="*/ 0 w 21600"/>
              <a:gd name="connsiteY3-88" fmla="*/ 20032 h 20032"/>
              <a:gd name="connsiteX4-89" fmla="*/ 0 w 21600"/>
              <a:gd name="connsiteY4-90" fmla="*/ 0 h 20032"/>
              <a:gd name="connsiteX0-91" fmla="*/ 0 w 21600"/>
              <a:gd name="connsiteY0-92" fmla="*/ 0 h 20032"/>
              <a:gd name="connsiteX1-93" fmla="*/ 21600 w 21600"/>
              <a:gd name="connsiteY1-94" fmla="*/ 0 h 20032"/>
              <a:gd name="connsiteX2-95" fmla="*/ 21600 w 21600"/>
              <a:gd name="connsiteY2-96" fmla="*/ 17322 h 20032"/>
              <a:gd name="connsiteX3-97" fmla="*/ 0 w 21600"/>
              <a:gd name="connsiteY3-98" fmla="*/ 20032 h 20032"/>
              <a:gd name="connsiteX4-99" fmla="*/ 0 w 21600"/>
              <a:gd name="connsiteY4-100" fmla="*/ 0 h 20032"/>
              <a:gd name="connsiteX0-101" fmla="*/ 0 w 21600"/>
              <a:gd name="connsiteY0-102" fmla="*/ 0 h 20032"/>
              <a:gd name="connsiteX1-103" fmla="*/ 21600 w 21600"/>
              <a:gd name="connsiteY1-104" fmla="*/ 0 h 20032"/>
              <a:gd name="connsiteX2-105" fmla="*/ 21600 w 21600"/>
              <a:gd name="connsiteY2-106" fmla="*/ 17322 h 20032"/>
              <a:gd name="connsiteX3-107" fmla="*/ 0 w 21600"/>
              <a:gd name="connsiteY3-108" fmla="*/ 20032 h 20032"/>
              <a:gd name="connsiteX4-109" fmla="*/ 0 w 21600"/>
              <a:gd name="connsiteY4-110" fmla="*/ 0 h 20032"/>
              <a:gd name="connsiteX0-111" fmla="*/ 0 w 21600"/>
              <a:gd name="connsiteY0-112" fmla="*/ 0 h 20032"/>
              <a:gd name="connsiteX1-113" fmla="*/ 21600 w 21600"/>
              <a:gd name="connsiteY1-114" fmla="*/ 0 h 20032"/>
              <a:gd name="connsiteX2-115" fmla="*/ 21600 w 21600"/>
              <a:gd name="connsiteY2-116" fmla="*/ 17322 h 20032"/>
              <a:gd name="connsiteX3-117" fmla="*/ 0 w 21600"/>
              <a:gd name="connsiteY3-118" fmla="*/ 20032 h 20032"/>
              <a:gd name="connsiteX4-119" fmla="*/ 0 w 21600"/>
              <a:gd name="connsiteY4-120" fmla="*/ 0 h 200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 ang="0">
                <a:pos x="connsiteX0-1" y="connsiteY0-2"/>
              </a:cxn>
              <a:cxn ang="0">
                <a:pos x="connsiteX1-3" y="connsiteY1-4"/>
              </a:cxn>
              <a:cxn ang="0">
                <a:pos x="connsiteX2-5" y="connsiteY2-6"/>
              </a:cxn>
              <a:cxn ang="0">
                <a:pos x="connsiteX3-7" y="connsiteY3-8"/>
              </a:cxn>
              <a:cxn ang="0">
                <a:pos x="connsiteX4-9" y="connsiteY4-10"/>
              </a:cxn>
            </a:cxnLst>
            <a:rect l="l" t="t" r="r" b="b"/>
            <a:pathLst>
              <a:path w="21600" h="20032">
                <a:moveTo>
                  <a:pt x="0" y="0"/>
                </a:moveTo>
                <a:lnTo>
                  <a:pt x="21600" y="0"/>
                </a:lnTo>
                <a:lnTo>
                  <a:pt x="21600" y="17322"/>
                </a:lnTo>
                <a:cubicBezTo>
                  <a:pt x="10800" y="17322"/>
                  <a:pt x="8684" y="24776"/>
                  <a:pt x="0" y="20032"/>
                </a:cubicBezTo>
                <a:lnTo>
                  <a:pt x="0" y="0"/>
                </a:lnTo>
                <a:close/>
              </a:path>
            </a:pathLst>
          </a:custGeom>
          <a:gradFill>
            <a:gsLst>
              <a:gs pos="100000">
                <a:schemeClr val="bg1">
                  <a:lumMod val="65000"/>
                  <a:lumOff val="3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effectLst>
                <a:outerShdw blurRad="38100" dist="38100" dir="2700000" algn="tl">
                  <a:srgbClr val="000000">
                    <a:alpha val="43137"/>
                  </a:srgbClr>
                </a:outerShdw>
              </a:effectLst>
            </a:endParaRPr>
          </a:p>
        </p:txBody>
      </p:sp>
      <p:pic>
        <p:nvPicPr>
          <p:cNvPr id="9" name="Picture 10" descr="telerik_logo_new-(white).png"/>
          <p:cNvPicPr>
            <a:picLocks noChangeAspect="1"/>
          </p:cNvPicPr>
          <p:nvPr userDrawn="1"/>
        </p:nvPicPr>
        <p:blipFill>
          <a:blip r:embed="rId19" cstate="screen">
            <a:lum bright="-20000"/>
            <a:extLst>
              <a:ext uri="{28A0092B-C50C-407E-A947-70E740481C1C}">
                <a14:useLocalDpi xmlns:a14="http://schemas.microsoft.com/office/drawing/2010/main" val="0"/>
              </a:ext>
            </a:extLst>
          </a:blip>
          <a:srcRect/>
          <a:stretch>
            <a:fillRect/>
          </a:stretch>
        </p:blipFill>
        <p:spPr bwMode="auto">
          <a:xfrm>
            <a:off x="203200" y="304800"/>
            <a:ext cx="2133600" cy="38938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simplehtmlguide.com/linking.php"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xhtml-introductio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geeksforgeeks.org/javascript-tutorial/" TargetMode="External"/><Relationship Id="rId5" Type="http://schemas.openxmlformats.org/officeDocument/2006/relationships/hyperlink" Target="https://www.geeksforgeeks.org/introduction-to-programming-languages/" TargetMode="External"/><Relationship Id="rId4" Type="http://schemas.openxmlformats.org/officeDocument/2006/relationships/hyperlink" Target="https://www.geeksforgeeks.org/html5-introduc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2.GIF"/><Relationship Id="rId4" Type="http://schemas.openxmlformats.org/officeDocument/2006/relationships/image" Target="../media/image11.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0800" y="1668462"/>
            <a:ext cx="9677400" cy="3276600"/>
          </a:xfrm>
        </p:spPr>
        <p:txBody>
          <a:bodyPr>
            <a:normAutofit/>
          </a:bodyPr>
          <a:lstStyle/>
          <a:p>
            <a:pPr algn="ctr"/>
            <a:r>
              <a:rPr lang="en-US" b="1" dirty="0">
                <a:solidFill>
                  <a:schemeClr val="tx1"/>
                </a:solidFill>
                <a:latin typeface="Monotype Corsiva" panose="03010101010201010101" pitchFamily="66" charset="0"/>
              </a:rPr>
              <a:t>CHAPTER   TWO</a:t>
            </a:r>
            <a:br>
              <a:rPr lang="en-US" b="1" dirty="0">
                <a:solidFill>
                  <a:schemeClr val="tx1"/>
                </a:solidFill>
                <a:latin typeface="Monotype Corsiva" panose="03010101010201010101" pitchFamily="66" charset="0"/>
              </a:rPr>
            </a:br>
            <a:r>
              <a:rPr lang="en-US" b="1" dirty="0">
                <a:solidFill>
                  <a:schemeClr val="tx1"/>
                </a:solidFill>
                <a:latin typeface="Monotype Corsiva" panose="03010101010201010101" pitchFamily="66" charset="0"/>
              </a:rPr>
              <a:t> HTML </a:t>
            </a:r>
            <a:br>
              <a:rPr lang="en-US" b="1" dirty="0">
                <a:solidFill>
                  <a:schemeClr val="tx1"/>
                </a:solidFill>
                <a:latin typeface="Monotype Corsiva" panose="03010101010201010101" pitchFamily="66" charset="0"/>
              </a:rPr>
            </a:br>
            <a:br>
              <a:rPr lang="en-US" b="1" dirty="0">
                <a:solidFill>
                  <a:schemeClr val="tx1"/>
                </a:solidFill>
                <a:latin typeface="Monotype Corsiva" panose="03010101010201010101" pitchFamily="66" charset="0"/>
              </a:rPr>
            </a:br>
            <a:endParaRPr lang="en-US" b="1" dirty="0">
              <a:solidFill>
                <a:schemeClr val="tx1"/>
              </a:solidFill>
              <a:latin typeface="Monotype Corsiva" panose="03010101010201010101" pitchFamily="66" charset="0"/>
            </a:endParaRPr>
          </a:p>
        </p:txBody>
      </p:sp>
      <p:pic>
        <p:nvPicPr>
          <p:cNvPr id="124932" name="Picture 4" descr="http://www.optimiced.com/wp-uploads/2009/07/html-icons-veerle.jpg"/>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41339" y="457200"/>
            <a:ext cx="2422524" cy="2422524"/>
          </a:xfrm>
          <a:prstGeom prst="roundRect">
            <a:avLst>
              <a:gd name="adj" fmla="val 3310"/>
            </a:avLst>
          </a:prstGeom>
          <a:solidFill>
            <a:srgbClr val="FFFFFF">
              <a:shade val="85000"/>
            </a:srgbClr>
          </a:solidFill>
          <a:ln>
            <a:noFill/>
          </a:ln>
          <a:effectLst>
            <a:reflection blurRad="12700" stA="38000" endPos="28000" dist="5000" dir="5400000" sy="-100000" algn="bl" rotWithShape="0"/>
          </a:effectLst>
          <a:scene3d>
            <a:camera prst="perspectiveHeroicExtremeRightFacing"/>
            <a:lightRig rig="threePt" dir="t"/>
          </a:scene3d>
        </p:spPr>
      </p:pic>
      <p:pic>
        <p:nvPicPr>
          <p:cNvPr id="124934" name="Picture 6" descr="http://www.russellheimlich.com/blog/wp-content/uploads/2007/11/html-source-code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1407086">
            <a:off x="7296896" y="387891"/>
            <a:ext cx="3098387" cy="1660126"/>
          </a:xfrm>
          <a:prstGeom prst="roundRect">
            <a:avLst>
              <a:gd name="adj" fmla="val 3275"/>
            </a:avLst>
          </a:prstGeom>
          <a:solidFill>
            <a:srgbClr val="FFFFFF">
              <a:shade val="85000"/>
            </a:srgbClr>
          </a:solidFill>
          <a:ln>
            <a:noFill/>
          </a:ln>
          <a:effectLst>
            <a:reflection blurRad="12700" stA="38000" endPos="28000" dist="5000" dir="5400000" sy="-100000" algn="bl" rotWithShape="0"/>
          </a:effectLst>
          <a:scene3d>
            <a:camera prst="perspectiveContrastingLeftFacing"/>
            <a:lightRig rig="threePt" dir="t"/>
          </a:scene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5090" name="Rectangle 2"/>
          <p:cNvSpPr>
            <a:spLocks noGrp="1" noChangeArrowheads="1"/>
          </p:cNvSpPr>
          <p:nvPr>
            <p:ph type="title"/>
          </p:nvPr>
        </p:nvSpPr>
        <p:spPr>
          <a:xfrm>
            <a:off x="2514602" y="355387"/>
            <a:ext cx="6571343" cy="1049235"/>
          </a:xfrm>
        </p:spPr>
        <p:txBody>
          <a:bodyPr/>
          <a:lstStyle/>
          <a:p>
            <a:pPr>
              <a:defRPr/>
            </a:pPr>
            <a:r>
              <a:rPr lang="en-US" dirty="0">
                <a:latin typeface="Monotype Corsiva" panose="03010101010201010101" pitchFamily="66" charset="0"/>
              </a:rPr>
              <a:t>Objectives </a:t>
            </a:r>
            <a:endParaRPr lang="bg-BG" dirty="0">
              <a:latin typeface="Monotype Corsiva" panose="03010101010201010101" pitchFamily="66" charset="0"/>
            </a:endParaRPr>
          </a:p>
        </p:txBody>
      </p:sp>
      <p:sp>
        <p:nvSpPr>
          <p:cNvPr id="985091" name="Rectangle 3"/>
          <p:cNvSpPr>
            <a:spLocks noGrp="1" noChangeArrowheads="1"/>
          </p:cNvSpPr>
          <p:nvPr>
            <p:ph idx="1"/>
          </p:nvPr>
        </p:nvSpPr>
        <p:spPr>
          <a:xfrm>
            <a:off x="609600" y="1676402"/>
            <a:ext cx="9981029" cy="4724398"/>
          </a:xfrm>
        </p:spPr>
        <p:txBody>
          <a:bodyPr>
            <a:normAutofit/>
          </a:bodyPr>
          <a:lstStyle/>
          <a:p>
            <a:pPr lvl="1" algn="just">
              <a:buFont typeface="Wingdings" panose="05000000000000000000" pitchFamily="2" charset="2"/>
              <a:buChar char="Ø"/>
              <a:defRPr/>
            </a:pPr>
            <a:r>
              <a:rPr lang="en-US" dirty="0">
                <a:latin typeface="Cambria" panose="02040503050406030204" pitchFamily="18" charset="0"/>
                <a:ea typeface="Cambria" panose="02040503050406030204" pitchFamily="18" charset="0"/>
              </a:rPr>
              <a:t>Define HTML</a:t>
            </a:r>
          </a:p>
          <a:p>
            <a:pPr lvl="1" algn="just">
              <a:buFont typeface="Wingdings" panose="05000000000000000000" pitchFamily="2" charset="2"/>
              <a:buChar char="Ø"/>
              <a:defRPr/>
            </a:pPr>
            <a:r>
              <a:rPr lang="en-US" dirty="0">
                <a:latin typeface="Cambria" panose="02040503050406030204" pitchFamily="18" charset="0"/>
                <a:ea typeface="Cambria" panose="02040503050406030204" pitchFamily="18" charset="0"/>
              </a:rPr>
              <a:t>Know Basic Tags: Hyperlinks, Images, Formatting</a:t>
            </a:r>
          </a:p>
          <a:p>
            <a:pPr lvl="1" algn="just">
              <a:buFont typeface="Wingdings" panose="05000000000000000000" pitchFamily="2" charset="2"/>
              <a:buChar char="Ø"/>
              <a:defRPr/>
            </a:pPr>
            <a:r>
              <a:rPr lang="en-US" dirty="0">
                <a:latin typeface="Cambria" panose="02040503050406030204" pitchFamily="18" charset="0"/>
                <a:ea typeface="Cambria" panose="02040503050406030204" pitchFamily="18" charset="0"/>
              </a:rPr>
              <a:t>Understand Headings and Paragraphs</a:t>
            </a:r>
          </a:p>
          <a:p>
            <a:pPr lvl="1" algn="just">
              <a:buFont typeface="Wingdings" panose="05000000000000000000" pitchFamily="2" charset="2"/>
              <a:buChar char="Ø"/>
              <a:defRPr/>
            </a:pPr>
            <a:r>
              <a:rPr lang="en-US" dirty="0">
                <a:latin typeface="Cambria" panose="02040503050406030204" pitchFamily="18" charset="0"/>
                <a:ea typeface="Cambria" panose="02040503050406030204" pitchFamily="18" charset="0"/>
              </a:rPr>
              <a:t>Know the </a:t>
            </a:r>
            <a:r>
              <a:rPr lang="en-US" dirty="0">
                <a:latin typeface="Cambria" panose="02040503050406030204" pitchFamily="18" charset="0"/>
                <a:ea typeface="Cambria" panose="02040503050406030204" pitchFamily="18" charset="0"/>
                <a:cs typeface="Consolas" panose="020B0609020204030204" pitchFamily="49" charset="0"/>
              </a:rPr>
              <a:t>&lt;!DOCTYPE&gt;</a:t>
            </a:r>
            <a:r>
              <a:rPr lang="en-US" dirty="0">
                <a:latin typeface="Cambria" panose="02040503050406030204" pitchFamily="18" charset="0"/>
                <a:ea typeface="Cambria" panose="02040503050406030204" pitchFamily="18" charset="0"/>
              </a:rPr>
              <a:t> Declaration</a:t>
            </a:r>
          </a:p>
          <a:p>
            <a:pPr lvl="1" algn="just">
              <a:buFont typeface="Wingdings" panose="05000000000000000000" pitchFamily="2" charset="2"/>
              <a:buChar char="Ø"/>
              <a:defRPr/>
            </a:pPr>
            <a:r>
              <a:rPr lang="en-US" dirty="0">
                <a:latin typeface="Cambria" panose="02040503050406030204" pitchFamily="18" charset="0"/>
                <a:ea typeface="Cambria" panose="02040503050406030204" pitchFamily="18" charset="0"/>
              </a:rPr>
              <a:t>Know the </a:t>
            </a:r>
            <a:r>
              <a:rPr lang="en-US" dirty="0">
                <a:latin typeface="Cambria" panose="02040503050406030204" pitchFamily="18" charset="0"/>
                <a:ea typeface="Cambria" panose="02040503050406030204" pitchFamily="18" charset="0"/>
                <a:cs typeface="Consolas" panose="020B0609020204030204" pitchFamily="49" charset="0"/>
              </a:rPr>
              <a:t>&lt;head&gt;</a:t>
            </a:r>
            <a:r>
              <a:rPr lang="en-US" dirty="0">
                <a:latin typeface="Cambria" panose="02040503050406030204" pitchFamily="18" charset="0"/>
                <a:ea typeface="Cambria" panose="02040503050406030204" pitchFamily="18" charset="0"/>
              </a:rPr>
              <a:t> Section: </a:t>
            </a:r>
            <a:r>
              <a:rPr lang="en-US" dirty="0">
                <a:latin typeface="Cambria" panose="02040503050406030204" pitchFamily="18" charset="0"/>
                <a:ea typeface="Cambria" panose="02040503050406030204" pitchFamily="18" charset="0"/>
                <a:cs typeface="Consolas" panose="020B0609020204030204" pitchFamily="49" charset="0"/>
              </a:rPr>
              <a:t>Title</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onsolas" panose="020B0609020204030204" pitchFamily="49" charset="0"/>
              </a:rPr>
              <a:t>Meta</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onsolas" panose="020B0609020204030204" pitchFamily="49" charset="0"/>
              </a:rPr>
              <a:t>Script</a:t>
            </a:r>
            <a:r>
              <a:rPr lang="en-US" dirty="0">
                <a:latin typeface="Cambria" panose="02040503050406030204" pitchFamily="18" charset="0"/>
                <a:ea typeface="Cambria" panose="02040503050406030204" pitchFamily="18" charset="0"/>
              </a:rPr>
              <a:t>, </a:t>
            </a:r>
            <a:r>
              <a:rPr lang="en-US" dirty="0">
                <a:latin typeface="Consolas" panose="020B0609020204030204" pitchFamily="49" charset="0"/>
                <a:cs typeface="Consolas" panose="020B0609020204030204" pitchFamily="49" charset="0"/>
              </a:rPr>
              <a:t>Style</a:t>
            </a:r>
          </a:p>
          <a:p>
            <a:pPr lvl="1" algn="just">
              <a:buFont typeface="Wingdings" panose="05000000000000000000" pitchFamily="2" charset="2"/>
              <a:buChar char="Ø"/>
              <a:defRPr/>
            </a:pPr>
            <a:r>
              <a:rPr lang="en-US" dirty="0">
                <a:latin typeface="Consolas" panose="020B0609020204030204" pitchFamily="49" charset="0"/>
              </a:rPr>
              <a:t>Understand t</a:t>
            </a:r>
            <a:r>
              <a:rPr lang="en-US" dirty="0"/>
              <a:t>he </a:t>
            </a:r>
            <a:r>
              <a:rPr lang="en-US" dirty="0">
                <a:latin typeface="Consolas" panose="020B0609020204030204" pitchFamily="49" charset="0"/>
                <a:cs typeface="Consolas" panose="020B0609020204030204" pitchFamily="49" charset="0"/>
              </a:rPr>
              <a:t>&lt;body&gt;</a:t>
            </a:r>
            <a:r>
              <a:rPr lang="en-US" dirty="0">
                <a:cs typeface="Consolas" panose="020B0609020204030204" pitchFamily="49" charset="0"/>
              </a:rPr>
              <a:t> </a:t>
            </a:r>
            <a:r>
              <a:rPr lang="en-US" dirty="0"/>
              <a:t>Section</a:t>
            </a:r>
          </a:p>
          <a:p>
            <a:pPr lvl="1" algn="just">
              <a:buFont typeface="Wingdings" panose="05000000000000000000" pitchFamily="2" charset="2"/>
              <a:buChar char="Ø"/>
              <a:defRPr/>
            </a:pPr>
            <a:r>
              <a:rPr lang="en-US" dirty="0"/>
              <a:t>Know the Lists: </a:t>
            </a:r>
            <a:r>
              <a:rPr lang="en-US" dirty="0">
                <a:latin typeface="Consolas" panose="020B0609020204030204" pitchFamily="49" charset="0"/>
                <a:cs typeface="Consolas" panose="020B0609020204030204" pitchFamily="49" charset="0"/>
              </a:rPr>
              <a:t>&lt;</a:t>
            </a:r>
            <a:r>
              <a:rPr lang="en-US" noProof="1">
                <a:latin typeface="Consolas" panose="020B0609020204030204" pitchFamily="49" charset="0"/>
                <a:cs typeface="Consolas" panose="020B0609020204030204" pitchFamily="49" charset="0"/>
              </a:rPr>
              <a:t>ol</a:t>
            </a:r>
            <a:r>
              <a:rPr lang="en-US" dirty="0">
                <a:latin typeface="Consolas" panose="020B0609020204030204" pitchFamily="49" charset="0"/>
                <a:cs typeface="Consolas" panose="020B0609020204030204" pitchFamily="49" charset="0"/>
              </a:rPr>
              <a:t>&gt;</a:t>
            </a:r>
            <a:r>
              <a:rPr lang="en-US" dirty="0"/>
              <a:t>, </a:t>
            </a:r>
            <a:r>
              <a:rPr lang="en-US" dirty="0">
                <a:latin typeface="Consolas" panose="020B0609020204030204" pitchFamily="49" charset="0"/>
                <a:cs typeface="Consolas" panose="020B0609020204030204" pitchFamily="49" charset="0"/>
              </a:rPr>
              <a:t>&lt;</a:t>
            </a:r>
            <a:r>
              <a:rPr lang="en-US" noProof="1">
                <a:latin typeface="Consolas" panose="020B0609020204030204" pitchFamily="49" charset="0"/>
                <a:cs typeface="Consolas" panose="020B0609020204030204" pitchFamily="49" charset="0"/>
              </a:rPr>
              <a:t>ul</a:t>
            </a:r>
            <a:r>
              <a:rPr lang="en-US" dirty="0">
                <a:latin typeface="Consolas" panose="020B0609020204030204" pitchFamily="49" charset="0"/>
                <a:cs typeface="Consolas" panose="020B0609020204030204" pitchFamily="49" charset="0"/>
              </a:rPr>
              <a:t>&gt;</a:t>
            </a:r>
            <a:r>
              <a:rPr lang="en-US" dirty="0"/>
              <a:t> and </a:t>
            </a:r>
            <a:r>
              <a:rPr lang="en-US" dirty="0">
                <a:latin typeface="Consolas" panose="020B0609020204030204" pitchFamily="49" charset="0"/>
                <a:cs typeface="Consolas" panose="020B0609020204030204" pitchFamily="49" charset="0"/>
              </a:rPr>
              <a:t>&lt;dl&gt;</a:t>
            </a:r>
          </a:p>
          <a:p>
            <a:pPr lvl="1" algn="just">
              <a:buFont typeface="Wingdings" panose="05000000000000000000" pitchFamily="2" charset="2"/>
              <a:buChar char="Ø"/>
              <a:defRPr/>
            </a:pPr>
            <a:r>
              <a:rPr lang="en-US" dirty="0"/>
              <a:t>Know the </a:t>
            </a:r>
            <a:r>
              <a:rPr lang="en-US" dirty="0">
                <a:latin typeface="Consolas" panose="020B0609020204030204" pitchFamily="49" charset="0"/>
                <a:cs typeface="Consolas" panose="020B0609020204030204" pitchFamily="49" charset="0"/>
              </a:rPr>
              <a:t>&lt;div&gt;</a:t>
            </a:r>
            <a:r>
              <a:rPr lang="en-US" dirty="0"/>
              <a:t> and </a:t>
            </a:r>
            <a:r>
              <a:rPr lang="en-US" dirty="0">
                <a:latin typeface="Consolas" panose="020B0609020204030204" pitchFamily="49" charset="0"/>
                <a:cs typeface="Consolas" panose="020B0609020204030204" pitchFamily="49" charset="0"/>
              </a:rPr>
              <a:t>&lt;span&gt;</a:t>
            </a:r>
            <a:r>
              <a:rPr lang="en-US" dirty="0"/>
              <a:t> elements</a:t>
            </a:r>
          </a:p>
          <a:p>
            <a:pPr lvl="1" algn="just">
              <a:buFont typeface="Wingdings" panose="05000000000000000000" pitchFamily="2" charset="2"/>
              <a:buChar char="Ø"/>
              <a:defRPr/>
            </a:pPr>
            <a:r>
              <a:rPr lang="en-US" dirty="0"/>
              <a:t>Understand how HTML Tables and HTML Forms are designed</a:t>
            </a:r>
            <a:endParaRPr lang="bg-BG" dirty="0"/>
          </a:p>
          <a:p>
            <a:pPr marL="514350" indent="-514350">
              <a:lnSpc>
                <a:spcPct val="100000"/>
              </a:lnSpc>
              <a:buFont typeface="+mj-lt"/>
              <a:buAutoNum type="arabicPeriod" startAt="2"/>
              <a:defRPr/>
            </a:pPr>
            <a:endParaRPr lang="en-US" sz="2400" dirty="0"/>
          </a:p>
          <a:p>
            <a:pPr marL="351155" indent="-361950">
              <a:lnSpc>
                <a:spcPct val="100000"/>
              </a:lnSpc>
              <a:buFont typeface="Wingdings" panose="05000000000000000000" pitchFamily="2" charset="2"/>
              <a:buChar char="ü"/>
              <a:defRPr/>
            </a:pPr>
            <a:endParaRPr lang="en-US" sz="2400" dirty="0">
              <a:latin typeface="Consolas" panose="020B0609020204030204" pitchFamily="49" charset="0"/>
              <a:cs typeface="Consolas" panose="020B0609020204030204" pitchFamily="49" charset="0"/>
            </a:endParaRPr>
          </a:p>
          <a:p>
            <a:pPr marL="168275" indent="-342900">
              <a:lnSpc>
                <a:spcPct val="100000"/>
              </a:lnSpc>
              <a:buFont typeface="Wingdings" panose="05000000000000000000" pitchFamily="2" charset="2"/>
              <a:buChar char="ü"/>
              <a:defRPr/>
            </a:pPr>
            <a:endParaRPr lang="en-US" sz="2400" dirty="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2</a:t>
            </a:fld>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18305"/>
            <a:ext cx="9906000" cy="1082675"/>
          </a:xfrm>
        </p:spPr>
        <p:txBody>
          <a:bodyPr/>
          <a:lstStyle/>
          <a:p>
            <a:r>
              <a:rPr lang="en-US" b="1" dirty="0">
                <a:latin typeface="Cambria" panose="02040503050406030204" pitchFamily="18" charset="0"/>
                <a:ea typeface="Cambria" panose="02040503050406030204" pitchFamily="18" charset="0"/>
              </a:rPr>
              <a:t>What is web page?</a:t>
            </a:r>
          </a:p>
        </p:txBody>
      </p:sp>
      <p:sp>
        <p:nvSpPr>
          <p:cNvPr id="3" name="Content Placeholder 2"/>
          <p:cNvSpPr>
            <a:spLocks noGrp="1"/>
          </p:cNvSpPr>
          <p:nvPr>
            <p:ph idx="1"/>
          </p:nvPr>
        </p:nvSpPr>
        <p:spPr>
          <a:xfrm>
            <a:off x="723900" y="1164638"/>
            <a:ext cx="10744200" cy="5101321"/>
          </a:xfrm>
        </p:spPr>
        <p:txBody>
          <a:bodyPr>
            <a:normAutofit/>
          </a:bodyPr>
          <a:lstStyle/>
          <a:p>
            <a:pPr>
              <a:lnSpc>
                <a:spcPct val="150000"/>
              </a:lnSpc>
            </a:pPr>
            <a:r>
              <a:rPr lang="en-US" dirty="0">
                <a:latin typeface="Cambria" panose="02040503050406030204" pitchFamily="18" charset="0"/>
                <a:ea typeface="Cambria" panose="02040503050406030204" pitchFamily="18" charset="0"/>
              </a:rPr>
              <a:t>A Web page is a document for the World Wide Web that is identified by URL.</a:t>
            </a:r>
          </a:p>
          <a:p>
            <a:pPr>
              <a:lnSpc>
                <a:spcPct val="150000"/>
              </a:lnSpc>
            </a:pPr>
            <a:r>
              <a:rPr lang="en-US" dirty="0">
                <a:latin typeface="Cambria" panose="02040503050406030204" pitchFamily="18" charset="0"/>
                <a:ea typeface="Cambria" panose="02040503050406030204" pitchFamily="18" charset="0"/>
              </a:rPr>
              <a:t>A Web page can be accessed and displayed on a monitor or mobile device through a Web browser . </a:t>
            </a:r>
          </a:p>
          <a:p>
            <a:pPr>
              <a:lnSpc>
                <a:spcPct val="150000"/>
              </a:lnSpc>
            </a:pPr>
            <a:r>
              <a:rPr lang="en-US" dirty="0">
                <a:latin typeface="Cambria" panose="02040503050406030204" pitchFamily="18" charset="0"/>
                <a:ea typeface="Cambria" panose="02040503050406030204" pitchFamily="18" charset="0"/>
              </a:rPr>
              <a:t>The data found in a Web page is usually in HTML or XHTML format. </a:t>
            </a:r>
          </a:p>
          <a:p>
            <a:pPr>
              <a:lnSpc>
                <a:spcPct val="150000"/>
              </a:lnSpc>
            </a:pPr>
            <a:r>
              <a:rPr lang="en-US" dirty="0">
                <a:latin typeface="Cambria" panose="02040503050406030204" pitchFamily="18" charset="0"/>
                <a:ea typeface="Cambria" panose="02040503050406030204" pitchFamily="18" charset="0"/>
              </a:rPr>
              <a:t>The Web pages usually also contain other resources such as style sheets, scripts and images for presentation. </a:t>
            </a: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1" y="162080"/>
            <a:ext cx="6571343" cy="1049235"/>
          </a:xfrm>
        </p:spPr>
        <p:txBody>
          <a:bodyPr>
            <a:normAutofit fontScale="90000"/>
          </a:bodyPr>
          <a:lstStyle/>
          <a:p>
            <a:r>
              <a:rPr lang="en-US" b="1" dirty="0">
                <a:effectLst/>
              </a:rPr>
              <a:t>What is HTML?</a:t>
            </a:r>
            <a:br>
              <a:rPr lang="en-US" b="1" dirty="0">
                <a:effectLst/>
              </a:rPr>
            </a:br>
            <a:endParaRPr lang="en-US" dirty="0"/>
          </a:p>
        </p:txBody>
      </p:sp>
      <p:sp>
        <p:nvSpPr>
          <p:cNvPr id="3" name="Content Placeholder 2"/>
          <p:cNvSpPr>
            <a:spLocks noGrp="1"/>
          </p:cNvSpPr>
          <p:nvPr>
            <p:ph idx="1"/>
          </p:nvPr>
        </p:nvSpPr>
        <p:spPr>
          <a:xfrm>
            <a:off x="990600" y="1035567"/>
            <a:ext cx="10363200" cy="5341885"/>
          </a:xfrm>
        </p:spPr>
        <p:txBody>
          <a:bodyPr>
            <a:normAutofit/>
          </a:bodyPr>
          <a:lstStyle/>
          <a:p>
            <a:r>
              <a:rPr lang="en-US" sz="2800" dirty="0">
                <a:latin typeface="Cambria" panose="02040503050406030204" pitchFamily="18" charset="0"/>
                <a:ea typeface="Cambria" panose="02040503050406030204" pitchFamily="18" charset="0"/>
              </a:rPr>
              <a:t>It is short form of  "</a:t>
            </a:r>
            <a:r>
              <a:rPr lang="en-US" sz="2800" dirty="0" err="1">
                <a:latin typeface="Cambria" panose="02040503050406030204" pitchFamily="18" charset="0"/>
                <a:ea typeface="Cambria" panose="02040503050406030204" pitchFamily="18" charset="0"/>
              </a:rPr>
              <a:t>HyperText</a:t>
            </a:r>
            <a:r>
              <a:rPr lang="en-US" sz="2800" dirty="0">
                <a:latin typeface="Cambria" panose="02040503050406030204" pitchFamily="18" charset="0"/>
                <a:ea typeface="Cambria" panose="02040503050406030204" pitchFamily="18" charset="0"/>
              </a:rPr>
              <a:t> Markup Language". </a:t>
            </a:r>
          </a:p>
          <a:p>
            <a:r>
              <a:rPr lang="en-US" dirty="0">
                <a:latin typeface="Cambria" panose="02040503050406030204" pitchFamily="18" charset="0"/>
                <a:ea typeface="Cambria" panose="02040503050406030204" pitchFamily="18" charset="0"/>
              </a:rPr>
              <a:t>I</a:t>
            </a:r>
            <a:r>
              <a:rPr lang="en-US" sz="2800" dirty="0">
                <a:latin typeface="Cambria" panose="02040503050406030204" pitchFamily="18" charset="0"/>
                <a:ea typeface="Cambria" panose="02040503050406030204" pitchFamily="18" charset="0"/>
              </a:rPr>
              <a:t>t is a language for describing web-pages using ordinary text. </a:t>
            </a:r>
          </a:p>
          <a:p>
            <a:r>
              <a:rPr lang="en-US" sz="2800" dirty="0">
                <a:latin typeface="Cambria" panose="02040503050406030204" pitchFamily="18" charset="0"/>
                <a:ea typeface="Cambria" panose="02040503050406030204" pitchFamily="18" charset="0"/>
              </a:rPr>
              <a:t>HTML is </a:t>
            </a:r>
            <a:r>
              <a:rPr lang="en-US" sz="2800" i="1" dirty="0">
                <a:latin typeface="Cambria" panose="02040503050406030204" pitchFamily="18" charset="0"/>
                <a:ea typeface="Cambria" panose="02040503050406030204" pitchFamily="18" charset="0"/>
              </a:rPr>
              <a:t>not</a:t>
            </a:r>
            <a:r>
              <a:rPr lang="en-US" sz="2800" dirty="0">
                <a:latin typeface="Cambria" panose="02040503050406030204" pitchFamily="18" charset="0"/>
                <a:ea typeface="Cambria" panose="02040503050406030204" pitchFamily="18" charset="0"/>
              </a:rPr>
              <a:t> a complex programming language.</a:t>
            </a:r>
          </a:p>
          <a:p>
            <a:pPr marL="0" indent="0">
              <a:buNone/>
            </a:pPr>
            <a:r>
              <a:rPr lang="en-US" sz="2800" b="1" dirty="0">
                <a:latin typeface="Cambria" panose="02040503050406030204" pitchFamily="18" charset="0"/>
                <a:ea typeface="Cambria" panose="02040503050406030204" pitchFamily="18" charset="0"/>
              </a:rPr>
              <a:t>HTML Files</a:t>
            </a:r>
          </a:p>
          <a:p>
            <a:r>
              <a:rPr lang="en-US" sz="2800" dirty="0">
                <a:latin typeface="Cambria" panose="02040503050406030204" pitchFamily="18" charset="0"/>
                <a:ea typeface="Cambria" panose="02040503050406030204" pitchFamily="18" charset="0"/>
              </a:rPr>
              <a:t>Every web page is actually a HTML file. </a:t>
            </a:r>
          </a:p>
          <a:p>
            <a:r>
              <a:rPr lang="en-US" sz="2800" dirty="0">
                <a:latin typeface="Cambria" panose="02040503050406030204" pitchFamily="18" charset="0"/>
                <a:ea typeface="Cambria" panose="02040503050406030204" pitchFamily="18" charset="0"/>
              </a:rPr>
              <a:t>HTML file is just a plain-text file, with  </a:t>
            </a:r>
            <a:r>
              <a:rPr lang="en-US" sz="2800" b="1" dirty="0">
                <a:latin typeface="Cambria" panose="02040503050406030204" pitchFamily="18" charset="0"/>
                <a:ea typeface="Cambria" panose="02040503050406030204" pitchFamily="18" charset="0"/>
              </a:rPr>
              <a:t>.html</a:t>
            </a:r>
            <a:r>
              <a:rPr lang="en-US" sz="2800" dirty="0">
                <a:latin typeface="Cambria" panose="02040503050406030204" pitchFamily="18" charset="0"/>
                <a:ea typeface="Cambria" panose="02040503050406030204" pitchFamily="18" charset="0"/>
              </a:rPr>
              <a:t> file extension instead of .txt, and  </a:t>
            </a:r>
          </a:p>
          <a:p>
            <a:r>
              <a:rPr lang="en-US" sz="2800" dirty="0">
                <a:latin typeface="Cambria" panose="02040503050406030204" pitchFamily="18" charset="0"/>
                <a:ea typeface="Cambria" panose="02040503050406030204" pitchFamily="18" charset="0"/>
              </a:rPr>
              <a:t>A web site will often contain many html files that </a:t>
            </a:r>
            <a:r>
              <a:rPr lang="en-US" sz="2800" dirty="0">
                <a:latin typeface="Cambria" panose="02040503050406030204" pitchFamily="18" charset="0"/>
                <a:ea typeface="Cambria" panose="02040503050406030204" pitchFamily="18" charset="0"/>
                <a:hlinkClick r:id="rId3"/>
              </a:rPr>
              <a:t>link</a:t>
            </a:r>
            <a:r>
              <a:rPr lang="en-US" sz="2800" dirty="0">
                <a:latin typeface="Cambria" panose="02040503050406030204" pitchFamily="18" charset="0"/>
                <a:ea typeface="Cambria" panose="02040503050406030204" pitchFamily="18" charset="0"/>
              </a:rPr>
              <a:t> to each other. </a:t>
            </a: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0"/>
            <a:ext cx="8763000" cy="1325563"/>
          </a:xfrm>
        </p:spPr>
        <p:txBody>
          <a:bodyPr/>
          <a:lstStyle/>
          <a:p>
            <a:r>
              <a:rPr lang="en-US" b="1" dirty="0"/>
              <a:t>HTML vs. XHTML</a:t>
            </a:r>
            <a:endParaRPr lang="en-US" dirty="0"/>
          </a:p>
        </p:txBody>
      </p:sp>
      <p:sp>
        <p:nvSpPr>
          <p:cNvPr id="3" name="Content Placeholder 2"/>
          <p:cNvSpPr>
            <a:spLocks noGrp="1"/>
          </p:cNvSpPr>
          <p:nvPr>
            <p:ph idx="1"/>
          </p:nvPr>
        </p:nvSpPr>
        <p:spPr>
          <a:xfrm>
            <a:off x="685800" y="1325562"/>
            <a:ext cx="10820400" cy="5030787"/>
          </a:xfrm>
        </p:spPr>
        <p:txBody>
          <a:bodyPr>
            <a:normAutofit lnSpcReduction="10000"/>
          </a:bodyPr>
          <a:lstStyle/>
          <a:p>
            <a:pPr>
              <a:lnSpc>
                <a:spcPct val="110000"/>
              </a:lnSpc>
            </a:pPr>
            <a:r>
              <a:rPr lang="en-US" dirty="0">
                <a:latin typeface="Cambria" panose="02040503050406030204" pitchFamily="18" charset="0"/>
                <a:ea typeface="Cambria" panose="02040503050406030204" pitchFamily="18" charset="0"/>
              </a:rPr>
              <a:t>Extensible Hypertext Markup Language </a:t>
            </a:r>
            <a:r>
              <a:rPr lang="en-US" b="1" dirty="0">
                <a:latin typeface="Cambria" panose="02040503050406030204" pitchFamily="18" charset="0"/>
                <a:ea typeface="Cambria" panose="02040503050406030204" pitchFamily="18" charset="0"/>
                <a:hlinkClick r:id="rId3"/>
              </a:rPr>
              <a:t>(XHTML</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p>
          <a:p>
            <a:pPr lvl="1">
              <a:lnSpc>
                <a:spcPct val="110000"/>
              </a:lnSpc>
            </a:pPr>
            <a:r>
              <a:rPr lang="en-US" dirty="0">
                <a:latin typeface="Cambria" panose="02040503050406030204" pitchFamily="18" charset="0"/>
                <a:ea typeface="Cambria" panose="02040503050406030204" pitchFamily="18" charset="0"/>
              </a:rPr>
              <a:t>It can be considered as a part of the HTML markup language this is because of XHTML have features of HTML.</a:t>
            </a:r>
          </a:p>
          <a:p>
            <a:pPr lvl="1">
              <a:lnSpc>
                <a:spcPct val="110000"/>
              </a:lnSpc>
            </a:pPr>
            <a:r>
              <a:rPr lang="en-US" dirty="0">
                <a:latin typeface="Cambria" panose="02040503050406030204" pitchFamily="18" charset="0"/>
                <a:ea typeface="Cambria" panose="02040503050406030204" pitchFamily="18" charset="0"/>
              </a:rPr>
              <a:t> XHTML is </a:t>
            </a:r>
            <a:r>
              <a:rPr lang="en-US" dirty="0">
                <a:solidFill>
                  <a:srgbClr val="FF0000"/>
                </a:solidFill>
                <a:latin typeface="Cambria" panose="02040503050406030204" pitchFamily="18" charset="0"/>
                <a:ea typeface="Cambria" panose="02040503050406030204" pitchFamily="18" charset="0"/>
              </a:rPr>
              <a:t>extended </a:t>
            </a:r>
            <a:r>
              <a:rPr lang="en-US" dirty="0">
                <a:latin typeface="Cambria" panose="02040503050406030204" pitchFamily="18" charset="0"/>
                <a:ea typeface="Cambria" panose="02040503050406030204" pitchFamily="18" charset="0"/>
              </a:rPr>
              <a:t>from and HTML. </a:t>
            </a:r>
          </a:p>
          <a:p>
            <a:pPr lvl="1">
              <a:lnSpc>
                <a:spcPct val="110000"/>
              </a:lnSpc>
            </a:pPr>
            <a:r>
              <a:rPr lang="en-US" dirty="0">
                <a:latin typeface="Cambria" panose="02040503050406030204" pitchFamily="18" charset="0"/>
                <a:ea typeface="Cambria" panose="02040503050406030204" pitchFamily="18" charset="0"/>
              </a:rPr>
              <a:t>XHTML can be considered as a better version of HTML. </a:t>
            </a:r>
          </a:p>
          <a:p>
            <a:pPr>
              <a:lnSpc>
                <a:spcPct val="110000"/>
              </a:lnSpc>
            </a:pPr>
            <a:r>
              <a:rPr lang="en-US" b="1" dirty="0">
                <a:latin typeface="Cambria" panose="02040503050406030204" pitchFamily="18" charset="0"/>
                <a:ea typeface="Cambria" panose="02040503050406030204" pitchFamily="18" charset="0"/>
                <a:hlinkClick r:id="rId4"/>
              </a:rPr>
              <a:t>HTML</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p>
          <a:p>
            <a:pPr lvl="1">
              <a:lnSpc>
                <a:spcPct val="110000"/>
              </a:lnSpc>
            </a:pPr>
            <a:r>
              <a:rPr lang="en-US" dirty="0">
                <a:latin typeface="Cambria" panose="02040503050406030204" pitchFamily="18" charset="0"/>
                <a:ea typeface="Cambria" panose="02040503050406030204" pitchFamily="18" charset="0"/>
              </a:rPr>
              <a:t>It is the most widely used language over the internet.</a:t>
            </a:r>
          </a:p>
          <a:p>
            <a:pPr lvl="1">
              <a:lnSpc>
                <a:spcPct val="110000"/>
              </a:lnSpc>
            </a:pPr>
            <a:r>
              <a:rPr lang="en-US" dirty="0">
                <a:latin typeface="Cambria" panose="02040503050406030204" pitchFamily="18" charset="0"/>
                <a:ea typeface="Cambria" panose="02040503050406030204" pitchFamily="18" charset="0"/>
              </a:rPr>
              <a:t>HTML is used to create web pages and link them from one to another.</a:t>
            </a:r>
          </a:p>
          <a:p>
            <a:pPr lvl="1">
              <a:lnSpc>
                <a:spcPct val="110000"/>
              </a:lnSpc>
            </a:pPr>
            <a:r>
              <a:rPr lang="en-US" dirty="0">
                <a:latin typeface="Cambria" panose="02040503050406030204" pitchFamily="18" charset="0"/>
                <a:ea typeface="Cambria" panose="02040503050406030204" pitchFamily="18" charset="0"/>
              </a:rPr>
              <a:t>HTML is not a </a:t>
            </a:r>
            <a:r>
              <a:rPr lang="en-US" dirty="0">
                <a:latin typeface="Cambria" panose="02040503050406030204" pitchFamily="18" charset="0"/>
                <a:ea typeface="Cambria" panose="02040503050406030204" pitchFamily="18" charset="0"/>
                <a:hlinkClick r:id="rId5"/>
              </a:rPr>
              <a:t>programming language</a:t>
            </a:r>
            <a:r>
              <a:rPr lang="en-US" dirty="0">
                <a:latin typeface="Cambria" panose="02040503050406030204" pitchFamily="18" charset="0"/>
                <a:ea typeface="Cambria" panose="02040503050406030204" pitchFamily="18" charset="0"/>
              </a:rPr>
              <a:t>, it is a markup language. </a:t>
            </a:r>
          </a:p>
          <a:p>
            <a:pPr lvl="1">
              <a:lnSpc>
                <a:spcPct val="110000"/>
              </a:lnSpc>
            </a:pPr>
            <a:r>
              <a:rPr lang="en-US" dirty="0">
                <a:latin typeface="Cambria" panose="02040503050406030204" pitchFamily="18" charset="0"/>
                <a:ea typeface="Cambria" panose="02040503050406030204" pitchFamily="18" charset="0"/>
              </a:rPr>
              <a:t>We  use different other technologies as like CSS and </a:t>
            </a:r>
            <a:r>
              <a:rPr lang="en-US" dirty="0" err="1">
                <a:latin typeface="Cambria" panose="02040503050406030204" pitchFamily="18" charset="0"/>
                <a:ea typeface="Cambria" panose="02040503050406030204" pitchFamily="18" charset="0"/>
                <a:hlinkClick r:id="rId6"/>
              </a:rPr>
              <a:t>javascript</a:t>
            </a:r>
            <a:r>
              <a:rPr lang="en-US" dirty="0">
                <a:latin typeface="Cambria" panose="02040503050406030204" pitchFamily="18" charset="0"/>
                <a:ea typeface="Cambria" panose="02040503050406030204" pitchFamily="18" charset="0"/>
              </a:rPr>
              <a:t> to give a new look to the pages developed by HTML. </a:t>
            </a:r>
          </a:p>
          <a:p>
            <a:pPr>
              <a:lnSpc>
                <a:spcPct val="110000"/>
              </a:lnSpc>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5</a:t>
            </a:fld>
            <a:endParaRPr lang="en-US" dirty="0"/>
          </a:p>
        </p:txBody>
      </p:sp>
    </p:spTree>
    <p:extLst>
      <p:ext uri="{BB962C8B-B14F-4D97-AF65-F5344CB8AC3E}">
        <p14:creationId xmlns:p14="http://schemas.microsoft.com/office/powerpoint/2010/main" val="3529653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36525"/>
            <a:ext cx="10515600" cy="1325563"/>
          </a:xfrm>
        </p:spPr>
        <p:txBody>
          <a:bodyPr/>
          <a:lstStyle/>
          <a:p>
            <a:r>
              <a:rPr lang="en-US" altLang="en-US" b="1" dirty="0">
                <a:latin typeface="Arial" panose="020B0604020202020204" pitchFamily="34" charset="0"/>
              </a:rPr>
              <a:t>HTML Tags</a:t>
            </a:r>
            <a:br>
              <a:rPr lang="en-US" altLang="en-US" b="1" dirty="0">
                <a:latin typeface="Arial" panose="020B0604020202020204" pitchFamily="34" charset="0"/>
              </a:rPr>
            </a:br>
            <a:endParaRPr lang="en-US" dirty="0"/>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6</a:t>
            </a:fld>
            <a:endParaRPr lang="en-US" dirty="0"/>
          </a:p>
        </p:txBody>
      </p:sp>
      <p:sp>
        <p:nvSpPr>
          <p:cNvPr id="6" name="Content Placeholder 5"/>
          <p:cNvSpPr>
            <a:spLocks noGrp="1"/>
          </p:cNvSpPr>
          <p:nvPr>
            <p:ph idx="1"/>
          </p:nvPr>
        </p:nvSpPr>
        <p:spPr>
          <a:xfrm>
            <a:off x="609600" y="990601"/>
            <a:ext cx="11049000" cy="5365750"/>
          </a:xfrm>
        </p:spPr>
        <p:txBody>
          <a:bodyPr>
            <a:normAutofit/>
          </a:bodyPr>
          <a:lstStyle/>
          <a:p>
            <a:pPr>
              <a:lnSpc>
                <a:spcPct val="100000"/>
              </a:lnSpc>
            </a:pPr>
            <a:r>
              <a:rPr lang="en-US" dirty="0">
                <a:latin typeface="Cambria" panose="02040503050406030204" pitchFamily="18" charset="0"/>
                <a:ea typeface="Cambria" panose="02040503050406030204" pitchFamily="18" charset="0"/>
              </a:rPr>
              <a:t>HTML tags are the </a:t>
            </a:r>
            <a:r>
              <a:rPr lang="en-US" b="1" i="1" dirty="0">
                <a:latin typeface="Cambria" panose="02040503050406030204" pitchFamily="18" charset="0"/>
                <a:ea typeface="Cambria" panose="02040503050406030204" pitchFamily="18" charset="0"/>
              </a:rPr>
              <a:t>hidden keywords within </a:t>
            </a:r>
            <a:r>
              <a:rPr lang="en-US" dirty="0">
                <a:latin typeface="Cambria" panose="02040503050406030204" pitchFamily="18" charset="0"/>
                <a:ea typeface="Cambria" panose="02040503050406030204" pitchFamily="18" charset="0"/>
              </a:rPr>
              <a:t>a web page that define how your web browser must format and display the content</a:t>
            </a:r>
          </a:p>
          <a:p>
            <a:pPr>
              <a:lnSpc>
                <a:spcPct val="100000"/>
              </a:lnSpc>
            </a:pPr>
            <a:r>
              <a:rPr lang="en-US" dirty="0">
                <a:latin typeface="Cambria" panose="02040503050406030204" pitchFamily="18" charset="0"/>
                <a:ea typeface="Cambria" panose="02040503050406030204" pitchFamily="18" charset="0"/>
              </a:rPr>
              <a:t>Most tags must have two parts, </a:t>
            </a:r>
          </a:p>
          <a:p>
            <a:pPr lvl="1">
              <a:lnSpc>
                <a:spcPct val="100000"/>
              </a:lnSpc>
              <a:buFont typeface="Wingdings" panose="05000000000000000000" pitchFamily="2" charset="2"/>
              <a:buChar char="ü"/>
            </a:pPr>
            <a:r>
              <a:rPr lang="en-US" sz="3000" dirty="0">
                <a:latin typeface="Cambria" panose="02040503050406030204" pitchFamily="18" charset="0"/>
                <a:ea typeface="Cambria" panose="02040503050406030204" pitchFamily="18" charset="0"/>
              </a:rPr>
              <a:t>an opening tag</a:t>
            </a:r>
          </a:p>
          <a:p>
            <a:pPr lvl="1">
              <a:lnSpc>
                <a:spcPct val="100000"/>
              </a:lnSpc>
              <a:buFont typeface="Wingdings" panose="05000000000000000000" pitchFamily="2" charset="2"/>
              <a:buChar char="ü"/>
            </a:pPr>
            <a:r>
              <a:rPr lang="en-US" sz="3000" dirty="0">
                <a:latin typeface="Cambria" panose="02040503050406030204" pitchFamily="18" charset="0"/>
                <a:ea typeface="Cambria" panose="02040503050406030204" pitchFamily="18" charset="0"/>
              </a:rPr>
              <a:t>a closing part tag  </a:t>
            </a:r>
          </a:p>
          <a:p>
            <a:pPr>
              <a:lnSpc>
                <a:spcPct val="100000"/>
              </a:lnSpc>
            </a:pPr>
            <a:r>
              <a:rPr lang="en-US" dirty="0">
                <a:latin typeface="Cambria" panose="02040503050406030204" pitchFamily="18" charset="0"/>
                <a:ea typeface="Cambria" panose="02040503050406030204" pitchFamily="18" charset="0"/>
              </a:rPr>
              <a:t>There are some tags that are an exception to this rule, and where a closing tag is not required. </a:t>
            </a:r>
            <a:r>
              <a:rPr lang="en-US" dirty="0" err="1">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&lt;</a:t>
            </a:r>
            <a:r>
              <a:rPr lang="en-US" dirty="0" err="1">
                <a:latin typeface="Cambria" panose="02040503050406030204" pitchFamily="18" charset="0"/>
                <a:ea typeface="Cambria" panose="02040503050406030204" pitchFamily="18" charset="0"/>
              </a:rPr>
              <a:t>img</a:t>
            </a:r>
            <a:r>
              <a:rPr lang="en-US" dirty="0">
                <a:latin typeface="Cambria" panose="02040503050406030204" pitchFamily="18" charset="0"/>
                <a:ea typeface="Cambria" panose="02040503050406030204" pitchFamily="18" charset="0"/>
              </a:rPr>
              <a:t>&gt;  </a:t>
            </a: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a:xfrm>
            <a:off x="2590800" y="431554"/>
            <a:ext cx="6571343" cy="1049235"/>
          </a:xfrm>
        </p:spPr>
        <p:txBody>
          <a:bodyPr/>
          <a:lstStyle/>
          <a:p>
            <a:pPr>
              <a:defRPr/>
            </a:pPr>
            <a:r>
              <a:rPr lang="en-US" b="1" dirty="0">
                <a:latin typeface="Cambria" panose="02040503050406030204" pitchFamily="18" charset="0"/>
                <a:ea typeface="Cambria" panose="02040503050406030204" pitchFamily="18" charset="0"/>
              </a:rPr>
              <a:t>Creating HTML Pages</a:t>
            </a:r>
          </a:p>
        </p:txBody>
      </p:sp>
      <p:sp>
        <p:nvSpPr>
          <p:cNvPr id="878595" name="Rectangle 3"/>
          <p:cNvSpPr>
            <a:spLocks noGrp="1" noChangeArrowheads="1"/>
          </p:cNvSpPr>
          <p:nvPr>
            <p:ph idx="1"/>
          </p:nvPr>
        </p:nvSpPr>
        <p:spPr>
          <a:xfrm>
            <a:off x="838200" y="1480789"/>
            <a:ext cx="10020300" cy="4843811"/>
          </a:xfrm>
        </p:spPr>
        <p:txBody>
          <a:bodyPr>
            <a:normAutofit/>
          </a:bodyPr>
          <a:lstStyle/>
          <a:p>
            <a:pPr>
              <a:lnSpc>
                <a:spcPct val="100000"/>
              </a:lnSpc>
              <a:defRPr/>
            </a:pPr>
            <a:r>
              <a:rPr lang="en-US" dirty="0">
                <a:latin typeface="Cambria" panose="02040503050406030204" pitchFamily="18" charset="0"/>
                <a:ea typeface="Cambria" panose="02040503050406030204" pitchFamily="18" charset="0"/>
              </a:rPr>
              <a:t>An HTML file must have </a:t>
            </a:r>
            <a:r>
              <a:rPr lang="en-US" b="1" dirty="0">
                <a:latin typeface="Cambria" panose="02040503050406030204" pitchFamily="18" charset="0"/>
                <a:ea typeface="Cambria" panose="02040503050406030204" pitchFamily="18" charset="0"/>
              </a:rPr>
              <a:t> .html </a:t>
            </a:r>
            <a:r>
              <a:rPr lang="en-US" dirty="0">
                <a:latin typeface="Cambria" panose="02040503050406030204" pitchFamily="18" charset="0"/>
                <a:ea typeface="Cambria" panose="02040503050406030204" pitchFamily="18" charset="0"/>
              </a:rPr>
              <a:t>file extension</a:t>
            </a:r>
          </a:p>
          <a:p>
            <a:pPr>
              <a:lnSpc>
                <a:spcPct val="100000"/>
              </a:lnSpc>
              <a:defRPr/>
            </a:pPr>
            <a:r>
              <a:rPr lang="en-US" dirty="0">
                <a:latin typeface="Cambria" panose="02040503050406030204" pitchFamily="18" charset="0"/>
                <a:ea typeface="Cambria" panose="02040503050406030204" pitchFamily="18" charset="0"/>
              </a:rPr>
              <a:t>HTML files can be created using text editors:</a:t>
            </a:r>
          </a:p>
          <a:p>
            <a:pPr lvl="1">
              <a:lnSpc>
                <a:spcPct val="100000"/>
              </a:lnSpc>
              <a:defRPr/>
            </a:pPr>
            <a:r>
              <a:rPr lang="en-US" sz="2800" noProof="1">
                <a:latin typeface="Cambria" panose="02040503050406030204" pitchFamily="18" charset="0"/>
                <a:ea typeface="Cambria" panose="02040503050406030204" pitchFamily="18" charset="0"/>
              </a:rPr>
              <a:t>NotePad, </a:t>
            </a:r>
          </a:p>
          <a:p>
            <a:pPr lvl="1">
              <a:lnSpc>
                <a:spcPct val="100000"/>
              </a:lnSpc>
              <a:defRPr/>
            </a:pPr>
            <a:r>
              <a:rPr lang="en-US" sz="2800" noProof="1">
                <a:latin typeface="Cambria" panose="02040503050406030204" pitchFamily="18" charset="0"/>
                <a:ea typeface="Cambria" panose="02040503050406030204" pitchFamily="18" charset="0"/>
              </a:rPr>
              <a:t>NotePad ++, </a:t>
            </a:r>
          </a:p>
          <a:p>
            <a:pPr lvl="1">
              <a:lnSpc>
                <a:spcPct val="100000"/>
              </a:lnSpc>
              <a:defRPr/>
            </a:pPr>
            <a:r>
              <a:rPr lang="en-US" sz="2800" noProof="1">
                <a:solidFill>
                  <a:srgbClr val="FF0000"/>
                </a:solidFill>
                <a:latin typeface="Cambria" panose="02040503050406030204" pitchFamily="18" charset="0"/>
                <a:ea typeface="Cambria" panose="02040503050406030204" pitchFamily="18" charset="0"/>
              </a:rPr>
              <a:t>Sublime </a:t>
            </a:r>
          </a:p>
          <a:p>
            <a:pPr lvl="1">
              <a:lnSpc>
                <a:spcPct val="100000"/>
              </a:lnSpc>
              <a:defRPr/>
            </a:pPr>
            <a:r>
              <a:rPr lang="en-US" sz="2800" noProof="1">
                <a:latin typeface="Cambria" panose="02040503050406030204" pitchFamily="18" charset="0"/>
                <a:ea typeface="Cambria" panose="02040503050406030204" pitchFamily="18" charset="0"/>
              </a:rPr>
              <a:t>Comodo</a:t>
            </a:r>
          </a:p>
          <a:p>
            <a:pPr lvl="1">
              <a:lnSpc>
                <a:spcPct val="100000"/>
              </a:lnSpc>
              <a:defRPr/>
            </a:pPr>
            <a:r>
              <a:rPr lang="en-US" sz="2800" dirty="0">
                <a:solidFill>
                  <a:srgbClr val="FF0000"/>
                </a:solidFill>
                <a:latin typeface="Cambria" panose="02040503050406030204" pitchFamily="18" charset="0"/>
                <a:ea typeface="Cambria" panose="02040503050406030204" pitchFamily="18" charset="0"/>
              </a:rPr>
              <a:t>Visual Studio </a:t>
            </a:r>
            <a:r>
              <a:rPr lang="en-US" sz="2800" noProof="1">
                <a:latin typeface="Cambria" panose="02040503050406030204" pitchFamily="18" charset="0"/>
                <a:ea typeface="Cambria" panose="02040503050406030204" pitchFamily="18" charset="0"/>
              </a:rPr>
              <a:t>etc.. </a:t>
            </a:r>
            <a:endParaRPr lang="en-US" sz="2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a:xfrm>
            <a:off x="838200" y="365126"/>
            <a:ext cx="10515600" cy="990600"/>
          </a:xfrm>
        </p:spPr>
        <p:txBody>
          <a:bodyPr/>
          <a:lstStyle/>
          <a:p>
            <a:pPr>
              <a:defRPr/>
            </a:pPr>
            <a:r>
              <a:rPr lang="en-US" b="1" dirty="0"/>
              <a:t>HTML Structure</a:t>
            </a:r>
          </a:p>
        </p:txBody>
      </p:sp>
      <p:sp>
        <p:nvSpPr>
          <p:cNvPr id="882691" name="Rectangle 3"/>
          <p:cNvSpPr>
            <a:spLocks noGrp="1" noChangeArrowheads="1"/>
          </p:cNvSpPr>
          <p:nvPr>
            <p:ph idx="1"/>
          </p:nvPr>
        </p:nvSpPr>
        <p:spPr>
          <a:xfrm>
            <a:off x="457200" y="1235434"/>
            <a:ext cx="10287000" cy="4724400"/>
          </a:xfrm>
        </p:spPr>
        <p:txBody>
          <a:bodyPr>
            <a:normAutofit/>
          </a:bodyPr>
          <a:lstStyle/>
          <a:p>
            <a:pPr>
              <a:lnSpc>
                <a:spcPct val="100000"/>
              </a:lnSpc>
              <a:defRPr/>
            </a:pPr>
            <a:r>
              <a:rPr lang="en-US" sz="3000" dirty="0">
                <a:latin typeface="Cambria" panose="02040503050406030204" pitchFamily="18" charset="0"/>
                <a:ea typeface="Cambria" panose="02040503050406030204" pitchFamily="18" charset="0"/>
              </a:rPr>
              <a:t>HTML is included of “elements” and “tags”</a:t>
            </a:r>
          </a:p>
          <a:p>
            <a:pPr lvl="1">
              <a:lnSpc>
                <a:spcPct val="100000"/>
              </a:lnSpc>
              <a:defRPr/>
            </a:pPr>
            <a:r>
              <a:rPr lang="en-US" sz="2800" dirty="0">
                <a:latin typeface="Cambria" panose="02040503050406030204" pitchFamily="18" charset="0"/>
                <a:ea typeface="Cambria" panose="02040503050406030204" pitchFamily="18" charset="0"/>
              </a:rPr>
              <a:t>Begins with </a:t>
            </a:r>
            <a:r>
              <a:rPr lang="en-US" sz="2800" dirty="0">
                <a:latin typeface="Cambria" panose="02040503050406030204" pitchFamily="18" charset="0"/>
                <a:ea typeface="Cambria" panose="02040503050406030204" pitchFamily="18" charset="0"/>
                <a:cs typeface="Consolas" panose="020B0609020204030204" pitchFamily="49" charset="0"/>
              </a:rPr>
              <a:t>&lt;html&gt;</a:t>
            </a:r>
            <a:r>
              <a:rPr lang="en-US" sz="2800" dirty="0">
                <a:latin typeface="Cambria" panose="02040503050406030204" pitchFamily="18" charset="0"/>
                <a:ea typeface="Cambria" panose="02040503050406030204" pitchFamily="18" charset="0"/>
              </a:rPr>
              <a:t> and ends with </a:t>
            </a:r>
            <a:r>
              <a:rPr lang="en-US" sz="2800" dirty="0">
                <a:latin typeface="Cambria" panose="02040503050406030204" pitchFamily="18" charset="0"/>
                <a:ea typeface="Cambria" panose="02040503050406030204" pitchFamily="18" charset="0"/>
                <a:cs typeface="Consolas" panose="020B0609020204030204" pitchFamily="49" charset="0"/>
              </a:rPr>
              <a:t>&lt;/html&gt;</a:t>
            </a:r>
          </a:p>
          <a:p>
            <a:pPr>
              <a:lnSpc>
                <a:spcPct val="100000"/>
              </a:lnSpc>
              <a:defRPr/>
            </a:pPr>
            <a:r>
              <a:rPr lang="en-US" sz="2800" dirty="0">
                <a:latin typeface="Cambria" panose="02040503050406030204" pitchFamily="18" charset="0"/>
                <a:ea typeface="Cambria" panose="02040503050406030204" pitchFamily="18" charset="0"/>
              </a:rPr>
              <a:t>Elements (tags) are nested one inside another:</a:t>
            </a:r>
          </a:p>
          <a:p>
            <a:pPr>
              <a:lnSpc>
                <a:spcPct val="100000"/>
              </a:lnSpc>
              <a:defRPr/>
            </a:pPr>
            <a:endParaRPr lang="en-US" sz="2800" dirty="0">
              <a:latin typeface="Cambria" panose="02040503050406030204" pitchFamily="18" charset="0"/>
              <a:ea typeface="Cambria" panose="02040503050406030204" pitchFamily="18" charset="0"/>
            </a:endParaRPr>
          </a:p>
          <a:p>
            <a:pPr>
              <a:lnSpc>
                <a:spcPct val="100000"/>
              </a:lnSpc>
              <a:defRPr/>
            </a:pPr>
            <a:r>
              <a:rPr lang="en-US" sz="2800" dirty="0">
                <a:latin typeface="Cambria" panose="02040503050406030204" pitchFamily="18" charset="0"/>
                <a:ea typeface="Cambria" panose="02040503050406030204" pitchFamily="18" charset="0"/>
              </a:rPr>
              <a:t>Tags have attributes:</a:t>
            </a:r>
          </a:p>
          <a:p>
            <a:pPr lvl="1">
              <a:lnSpc>
                <a:spcPct val="100000"/>
              </a:lnSpc>
              <a:defRPr/>
            </a:pPr>
            <a:r>
              <a:rPr lang="en-US" dirty="0" err="1">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colore</a:t>
            </a:r>
            <a:r>
              <a:rPr lang="en-US" dirty="0">
                <a:latin typeface="Cambria" panose="02040503050406030204" pitchFamily="18" charset="0"/>
                <a:ea typeface="Cambria" panose="02040503050406030204" pitchFamily="18" charset="0"/>
              </a:rPr>
              <a:t> , size , height  etc….</a:t>
            </a:r>
            <a:endParaRPr lang="en-US" sz="2400" dirty="0">
              <a:latin typeface="Cambria" panose="02040503050406030204" pitchFamily="18" charset="0"/>
              <a:ea typeface="Cambria" panose="02040503050406030204" pitchFamily="18" charset="0"/>
            </a:endParaRPr>
          </a:p>
          <a:p>
            <a:pPr>
              <a:lnSpc>
                <a:spcPct val="100000"/>
              </a:lnSpc>
              <a:defRPr/>
            </a:pPr>
            <a:r>
              <a:rPr lang="en-US" sz="2800" dirty="0">
                <a:latin typeface="Cambria" panose="02040503050406030204" pitchFamily="18" charset="0"/>
                <a:ea typeface="Cambria" panose="02040503050406030204" pitchFamily="18" charset="0"/>
              </a:rPr>
              <a:t>HTML describes structure using two main sections: </a:t>
            </a:r>
          </a:p>
          <a:p>
            <a:pPr marL="457200" lvl="1" indent="0">
              <a:lnSpc>
                <a:spcPct val="100000"/>
              </a:lnSpc>
              <a:buNone/>
              <a:defRPr/>
            </a:pPr>
            <a:r>
              <a:rPr lang="en-US" sz="2400" dirty="0">
                <a:solidFill>
                  <a:srgbClr val="FF0000"/>
                </a:solidFill>
                <a:latin typeface="Cambria" panose="02040503050406030204" pitchFamily="18" charset="0"/>
                <a:ea typeface="Cambria" panose="02040503050406030204" pitchFamily="18" charset="0"/>
                <a:cs typeface="Consolas" panose="020B0609020204030204" pitchFamily="49" charset="0"/>
              </a:rPr>
              <a:t>&lt;head&gt;</a:t>
            </a:r>
            <a:r>
              <a:rPr lang="en-US" sz="2400" dirty="0">
                <a:solidFill>
                  <a:srgbClr val="FF0000"/>
                </a:solidFill>
                <a:latin typeface="Cambria" panose="02040503050406030204" pitchFamily="18" charset="0"/>
                <a:ea typeface="Cambria" panose="02040503050406030204" pitchFamily="18" charset="0"/>
              </a:rPr>
              <a:t> </a:t>
            </a:r>
            <a:endParaRPr lang="en-US" dirty="0">
              <a:solidFill>
                <a:srgbClr val="FF0000"/>
              </a:solidFill>
              <a:latin typeface="Cambria" panose="02040503050406030204" pitchFamily="18" charset="0"/>
              <a:ea typeface="Cambria" panose="02040503050406030204" pitchFamily="18" charset="0"/>
            </a:endParaRPr>
          </a:p>
          <a:p>
            <a:pPr marL="457200" lvl="1" indent="0">
              <a:lnSpc>
                <a:spcPct val="100000"/>
              </a:lnSpc>
              <a:buNone/>
              <a:defRPr/>
            </a:pPr>
            <a:r>
              <a:rPr lang="en-US" sz="2400" dirty="0">
                <a:solidFill>
                  <a:srgbClr val="FF0000"/>
                </a:solidFill>
                <a:latin typeface="Cambria" panose="02040503050406030204" pitchFamily="18" charset="0"/>
                <a:ea typeface="Cambria" panose="02040503050406030204" pitchFamily="18" charset="0"/>
                <a:cs typeface="Consolas" panose="020B0609020204030204" pitchFamily="49" charset="0"/>
              </a:rPr>
              <a:t>&lt;body</a:t>
            </a:r>
            <a:r>
              <a:rPr lang="en-US" dirty="0">
                <a:solidFill>
                  <a:srgbClr val="FF0000"/>
                </a:solidFill>
                <a:latin typeface="Cambria" panose="02040503050406030204" pitchFamily="18" charset="0"/>
                <a:ea typeface="Cambria" panose="02040503050406030204" pitchFamily="18" charset="0"/>
                <a:cs typeface="Consolas" panose="020B0609020204030204" pitchFamily="49" charset="0"/>
              </a:rPr>
              <a:t>&gt;</a:t>
            </a:r>
            <a:endParaRPr lang="en-US" sz="2400" dirty="0">
              <a:solidFill>
                <a:srgbClr val="FF0000"/>
              </a:solidFill>
              <a:latin typeface="Cambria" panose="02040503050406030204" pitchFamily="18" charset="0"/>
              <a:ea typeface="Cambria" panose="02040503050406030204" pitchFamily="18" charset="0"/>
              <a:cs typeface="Consolas" panose="020B0609020204030204" pitchFamily="49" charset="0"/>
            </a:endParaRP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8</a:t>
            </a:fld>
            <a:endParaRPr lang="en-US" dirty="0"/>
          </a:p>
        </p:txBody>
      </p:sp>
      <p:sp>
        <p:nvSpPr>
          <p:cNvPr id="882693" name="Rectangle 5"/>
          <p:cNvSpPr>
            <a:spLocks noChangeArrowheads="1"/>
          </p:cNvSpPr>
          <p:nvPr/>
        </p:nvSpPr>
        <p:spPr bwMode="auto">
          <a:xfrm>
            <a:off x="1141693" y="2993193"/>
            <a:ext cx="7855975" cy="424732"/>
          </a:xfrm>
          <a:prstGeom prst="rect">
            <a:avLst/>
          </a:prstGeom>
          <a:solidFill>
            <a:srgbClr val="00B050">
              <a:alpha val="15000"/>
            </a:srgbClr>
          </a:solidFill>
          <a:ln w="12700">
            <a:solidFill>
              <a:srgbClr val="00B0F0"/>
            </a:solidFill>
          </a:ln>
        </p:spPr>
        <p:txBody>
          <a:bodyPr wrap="square">
            <a:spAutoFit/>
          </a:bodyPr>
          <a:lstStyle/>
          <a:p>
            <a:pPr eaLnBrk="0" hangingPunct="0">
              <a:lnSpc>
                <a:spcPct val="9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 &lt;head&gt;&lt;/head&gt; &lt;body&gt;&lt;/body&gt; &lt;/html&gt;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EAA05FC-12AF-A481-1B7A-2A6C1C2A5247}"/>
              </a:ext>
            </a:extLst>
          </p:cNvPr>
          <p:cNvSpPr>
            <a:spLocks noGrp="1" noChangeArrowheads="1"/>
          </p:cNvSpPr>
          <p:nvPr>
            <p:ph type="title"/>
          </p:nvPr>
        </p:nvSpPr>
        <p:spPr>
          <a:xfrm>
            <a:off x="838200" y="365126"/>
            <a:ext cx="10515600" cy="1004094"/>
          </a:xfrm>
        </p:spPr>
        <p:txBody>
          <a:bodyPr/>
          <a:lstStyle/>
          <a:p>
            <a:r>
              <a:rPr lang="en-US" altLang="en-US" b="1" dirty="0">
                <a:latin typeface="Cambria (Headings)"/>
              </a:rPr>
              <a:t>HTML Structure</a:t>
            </a:r>
          </a:p>
        </p:txBody>
      </p:sp>
      <p:sp>
        <p:nvSpPr>
          <p:cNvPr id="17411" name="Rectangle 3">
            <a:extLst>
              <a:ext uri="{FF2B5EF4-FFF2-40B4-BE49-F238E27FC236}">
                <a16:creationId xmlns:a16="http://schemas.microsoft.com/office/drawing/2014/main" id="{933140B6-C373-D227-6074-B8C1E56C3077}"/>
              </a:ext>
            </a:extLst>
          </p:cNvPr>
          <p:cNvSpPr>
            <a:spLocks noGrp="1" noChangeArrowheads="1"/>
          </p:cNvSpPr>
          <p:nvPr>
            <p:ph idx="1"/>
          </p:nvPr>
        </p:nvSpPr>
        <p:spPr>
          <a:xfrm>
            <a:off x="304800" y="1369219"/>
            <a:ext cx="11201400" cy="4987131"/>
          </a:xfrm>
        </p:spPr>
        <p:txBody>
          <a:bodyPr>
            <a:normAutofit/>
          </a:bodyPr>
          <a:lstStyle/>
          <a:p>
            <a:pPr marL="0" indent="0">
              <a:lnSpc>
                <a:spcPct val="140000"/>
              </a:lnSpc>
              <a:buNone/>
            </a:pPr>
            <a:r>
              <a:rPr lang="en-US" altLang="en-US" sz="2400" dirty="0">
                <a:latin typeface="Palatino-Roman"/>
              </a:rPr>
              <a:t>A graphical overview of the HTML markup syntax shown is presented here:</a:t>
            </a:r>
            <a:endParaRPr lang="en-US" altLang="en-US" sz="2400" dirty="0">
              <a:ea typeface="Cambria" panose="02040503050406030204" pitchFamily="18" charset="0"/>
              <a:cs typeface="Cambria" panose="02040503050406030204" pitchFamily="18" charset="0"/>
            </a:endParaRPr>
          </a:p>
        </p:txBody>
      </p:sp>
      <p:sp>
        <p:nvSpPr>
          <p:cNvPr id="7" name="Slide Number Placeholder 3">
            <a:extLst>
              <a:ext uri="{FF2B5EF4-FFF2-40B4-BE49-F238E27FC236}">
                <a16:creationId xmlns:a16="http://schemas.microsoft.com/office/drawing/2014/main" id="{23A3AA08-A9A7-A8B7-7748-83063C3D4D99}"/>
              </a:ext>
            </a:extLst>
          </p:cNvPr>
          <p:cNvSpPr>
            <a:spLocks noGrp="1"/>
          </p:cNvSpPr>
          <p:nvPr>
            <p:ph type="sldNum" sz="quarter" idx="12"/>
          </p:nvPr>
        </p:nvSpPr>
        <p:spPr/>
        <p:txBody>
          <a:bodyPr/>
          <a:lstStyle/>
          <a:p>
            <a:pPr>
              <a:defRPr/>
            </a:pPr>
            <a:fld id="{B583A1C7-E38A-4F15-9A06-70BF5AEFF7D5}" type="slidenum">
              <a:rPr lang="en-US" smtClean="0"/>
              <a:pPr>
                <a:defRPr/>
              </a:pPr>
              <a:t>9</a:t>
            </a:fld>
            <a:endParaRPr lang="en-US" dirty="0"/>
          </a:p>
        </p:txBody>
      </p:sp>
      <p:pic>
        <p:nvPicPr>
          <p:cNvPr id="17414" name="Picture 4">
            <a:extLst>
              <a:ext uri="{FF2B5EF4-FFF2-40B4-BE49-F238E27FC236}">
                <a16:creationId xmlns:a16="http://schemas.microsoft.com/office/drawing/2014/main" id="{888B256D-2AC0-E99F-512E-45FA1DFF54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438400"/>
            <a:ext cx="8763000"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a:defRPr/>
            </a:pPr>
            <a:r>
              <a:rPr lang="en-US" dirty="0"/>
              <a:t>HTML Code Formatting</a:t>
            </a:r>
          </a:p>
        </p:txBody>
      </p:sp>
      <p:sp>
        <p:nvSpPr>
          <p:cNvPr id="882691" name="Rectangle 3"/>
          <p:cNvSpPr>
            <a:spLocks noGrp="1" noChangeArrowheads="1"/>
          </p:cNvSpPr>
          <p:nvPr>
            <p:ph idx="1"/>
          </p:nvPr>
        </p:nvSpPr>
        <p:spPr>
          <a:xfrm>
            <a:off x="1066800" y="1447800"/>
            <a:ext cx="9601200" cy="4648200"/>
          </a:xfrm>
        </p:spPr>
        <p:txBody>
          <a:bodyPr>
            <a:normAutofit/>
          </a:bodyPr>
          <a:lstStyle/>
          <a:p>
            <a:pPr>
              <a:lnSpc>
                <a:spcPct val="150000"/>
              </a:lnSpc>
              <a:defRPr/>
            </a:pPr>
            <a:r>
              <a:rPr lang="en-US" dirty="0">
                <a:latin typeface="Cambria" panose="02040503050406030204" pitchFamily="18" charset="0"/>
                <a:ea typeface="Cambria" panose="02040503050406030204" pitchFamily="18" charset="0"/>
              </a:rPr>
              <a:t>The HTML source code should be formatted to increase readability and facilitate debugging.</a:t>
            </a:r>
          </a:p>
          <a:p>
            <a:pPr lvl="1">
              <a:lnSpc>
                <a:spcPct val="150000"/>
              </a:lnSpc>
              <a:spcBef>
                <a:spcPts val="600"/>
              </a:spcBef>
              <a:defRPr/>
            </a:pPr>
            <a:r>
              <a:rPr lang="en-US" sz="2800" dirty="0">
                <a:latin typeface="Cambria" panose="02040503050406030204" pitchFamily="18" charset="0"/>
                <a:ea typeface="Cambria" panose="02040503050406030204" pitchFamily="18" charset="0"/>
              </a:rPr>
              <a:t>Every block element should start on a new line.</a:t>
            </a:r>
          </a:p>
          <a:p>
            <a:pPr lvl="1">
              <a:lnSpc>
                <a:spcPct val="150000"/>
              </a:lnSpc>
              <a:spcBef>
                <a:spcPts val="600"/>
              </a:spcBef>
              <a:defRPr/>
            </a:pPr>
            <a:r>
              <a:rPr lang="en-US" sz="2800" dirty="0">
                <a:latin typeface="Cambria" panose="02040503050406030204" pitchFamily="18" charset="0"/>
                <a:ea typeface="Cambria" panose="02040503050406030204" pitchFamily="18" charset="0"/>
              </a:rPr>
              <a:t>Every nested (block) element should be indented.</a:t>
            </a:r>
          </a:p>
          <a:p>
            <a:pPr>
              <a:lnSpc>
                <a:spcPct val="150000"/>
              </a:lnSpc>
              <a:spcBef>
                <a:spcPts val="600"/>
              </a:spcBef>
              <a:defRPr/>
            </a:pPr>
            <a:r>
              <a:rPr lang="en-US" dirty="0">
                <a:latin typeface="Cambria" panose="02040503050406030204" pitchFamily="18" charset="0"/>
                <a:ea typeface="Cambria" panose="02040503050406030204" pitchFamily="18" charset="0"/>
              </a:rPr>
              <a:t>For performance reasons, formatting can be sacrificed</a:t>
            </a: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52994" name="Rectangle 2"/>
          <p:cNvSpPr>
            <a:spLocks noGrp="1" noChangeArrowheads="1"/>
          </p:cNvSpPr>
          <p:nvPr>
            <p:ph type="title"/>
          </p:nvPr>
        </p:nvSpPr>
        <p:spPr>
          <a:xfrm>
            <a:off x="2039257" y="401725"/>
            <a:ext cx="6571343" cy="636138"/>
          </a:xfrm>
        </p:spPr>
        <p:txBody>
          <a:bodyPr>
            <a:normAutofit fontScale="90000"/>
          </a:bodyPr>
          <a:lstStyle/>
          <a:p>
            <a:pPr>
              <a:defRPr/>
            </a:pPr>
            <a:r>
              <a:rPr lang="en-ZA" b="1" dirty="0"/>
              <a:t>First HTML Page</a:t>
            </a:r>
            <a:endParaRPr lang="en-US" b="1" dirty="0"/>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11</a:t>
            </a:fld>
            <a:endParaRPr lang="en-US" dirty="0"/>
          </a:p>
        </p:txBody>
      </p:sp>
      <p:sp>
        <p:nvSpPr>
          <p:cNvPr id="852996" name="Rectangle 4"/>
          <p:cNvSpPr>
            <a:spLocks noChangeArrowheads="1"/>
          </p:cNvSpPr>
          <p:nvPr/>
        </p:nvSpPr>
        <p:spPr bwMode="auto">
          <a:xfrm>
            <a:off x="1219199" y="1887770"/>
            <a:ext cx="9982199" cy="325012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&lt;!DOCTYPE html&gt;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&lt;title&gt;My First HTML Page&lt;/title&gt;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&lt;p&gt; Well came  to my  first HTML page&lt;/p&gt;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95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7" name="Rectangle 6"/>
          <p:cNvSpPr/>
          <p:nvPr/>
        </p:nvSpPr>
        <p:spPr>
          <a:xfrm>
            <a:off x="1219201" y="1319719"/>
            <a:ext cx="3352800" cy="552587"/>
          </a:xfrm>
          <a:prstGeom prst="rect">
            <a:avLst/>
          </a:prstGeom>
        </p:spPr>
        <p:txBody>
          <a:bodyPr wrap="square">
            <a:spAutoFit/>
          </a:bodyPr>
          <a:lstStyle/>
          <a:p>
            <a:pPr marL="282575" indent="-282575" eaLnBrk="0" hangingPunct="0">
              <a:lnSpc>
                <a:spcPts val="3800"/>
              </a:lnSpc>
              <a:spcBef>
                <a:spcPts val="600"/>
              </a:spcBef>
              <a:spcAft>
                <a:spcPts val="600"/>
              </a:spcAft>
              <a:buClr>
                <a:srgbClr val="46A6BD">
                  <a:lumMod val="40000"/>
                  <a:lumOff val="60000"/>
                </a:srgbClr>
              </a:buClr>
              <a:buSzPct val="70000"/>
              <a:tabLst>
                <a:tab pos="282575" algn="l"/>
              </a:tabLst>
            </a:pPr>
            <a:r>
              <a:rPr lang="en-US" sz="2800" b="1" i="1" dirty="0">
                <a:effectLst>
                  <a:outerShdw blurRad="38100" dist="38100" dir="2700000" algn="tl">
                    <a:srgbClr val="000000">
                      <a:alpha val="43137"/>
                    </a:srgbClr>
                  </a:outerShdw>
                </a:effectLst>
                <a:latin typeface="Corbel" panose="020B0503020204020204"/>
              </a:rPr>
              <a:t>test.html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a:xfrm>
            <a:off x="2514601" y="475250"/>
            <a:ext cx="7238999" cy="646332"/>
          </a:xfrm>
        </p:spPr>
        <p:txBody>
          <a:bodyPr>
            <a:normAutofit fontScale="90000"/>
          </a:bodyPr>
          <a:lstStyle/>
          <a:p>
            <a:pPr>
              <a:defRPr/>
            </a:pPr>
            <a:r>
              <a:rPr lang="en-US" b="1" dirty="0"/>
              <a:t>The </a:t>
            </a:r>
            <a:r>
              <a:rPr lang="en-US" b="1" noProof="1"/>
              <a:t>&lt;</a:t>
            </a:r>
            <a:r>
              <a:rPr lang="en-US" b="1" dirty="0"/>
              <a:t>!</a:t>
            </a:r>
            <a:r>
              <a:rPr lang="en-US" b="1" noProof="1"/>
              <a:t>DOCTYPE&gt;</a:t>
            </a:r>
            <a:r>
              <a:rPr lang="en-US" b="1" dirty="0"/>
              <a:t> Declaration</a:t>
            </a:r>
            <a:endParaRPr lang="en-US" b="1" noProof="1"/>
          </a:p>
        </p:txBody>
      </p:sp>
      <p:sp>
        <p:nvSpPr>
          <p:cNvPr id="880643" name="Rectangle 3"/>
          <p:cNvSpPr>
            <a:spLocks noGrp="1" noChangeArrowheads="1"/>
          </p:cNvSpPr>
          <p:nvPr>
            <p:ph idx="1"/>
          </p:nvPr>
        </p:nvSpPr>
        <p:spPr>
          <a:xfrm>
            <a:off x="609600" y="1219199"/>
            <a:ext cx="10896600" cy="5137151"/>
          </a:xfrm>
        </p:spPr>
        <p:txBody>
          <a:bodyPr>
            <a:normAutofit/>
          </a:bodyPr>
          <a:lstStyle/>
          <a:p>
            <a:r>
              <a:rPr kumimoji="0" lang="en-US" altLang="en-US" sz="2000" b="0" i="0" u="none" strike="noStrike" cap="none" normalizeH="0" baseline="0" dirty="0">
                <a:ln>
                  <a:noFill/>
                </a:ln>
                <a:solidFill>
                  <a:srgbClr val="000000"/>
                </a:solidFill>
                <a:effectLst/>
                <a:latin typeface="+mj-lt"/>
              </a:rPr>
              <a:t>All HTML documents must start with a </a:t>
            </a:r>
            <a:r>
              <a:rPr kumimoji="0" lang="en-US" altLang="en-US" sz="2000" b="0" i="0" u="none" strike="noStrike" cap="none" normalizeH="0" baseline="0" dirty="0">
                <a:ln>
                  <a:noFill/>
                </a:ln>
                <a:solidFill>
                  <a:srgbClr val="DC143C"/>
                </a:solidFill>
                <a:effectLst/>
                <a:latin typeface="+mj-lt"/>
              </a:rPr>
              <a:t>&lt;!DOCTYPE&gt;</a:t>
            </a:r>
            <a:r>
              <a:rPr kumimoji="0" lang="en-US" altLang="en-US" sz="2000" b="0" i="0" u="none" strike="noStrike" cap="none" normalizeH="0" baseline="0" dirty="0">
                <a:ln>
                  <a:noFill/>
                </a:ln>
                <a:solidFill>
                  <a:srgbClr val="000000"/>
                </a:solidFill>
                <a:effectLst/>
                <a:latin typeface="+mj-lt"/>
              </a:rPr>
              <a:t> declaration.</a:t>
            </a:r>
            <a:endParaRPr lang="en-US" sz="2000" b="0" i="0" dirty="0">
              <a:solidFill>
                <a:srgbClr val="000000"/>
              </a:solidFill>
              <a:effectLst/>
              <a:highlight>
                <a:srgbClr val="FFFFFF"/>
              </a:highlight>
              <a:latin typeface="+mj-lt"/>
            </a:endParaRPr>
          </a:p>
          <a:p>
            <a:pPr algn="l"/>
            <a:r>
              <a:rPr lang="en-US" sz="2000" b="0" i="0" dirty="0">
                <a:solidFill>
                  <a:srgbClr val="000000"/>
                </a:solidFill>
                <a:effectLst/>
                <a:highlight>
                  <a:srgbClr val="FFFFFF"/>
                </a:highlight>
                <a:latin typeface="+mj-lt"/>
              </a:rPr>
              <a:t>The declaration is not an HTML tag. It is an "information" to the browser about what document type to expect.</a:t>
            </a:r>
            <a:endParaRPr lang="en-US" sz="3000" dirty="0">
              <a:latin typeface="+mj-lt"/>
            </a:endParaRPr>
          </a:p>
          <a:p>
            <a:pPr lvl="1">
              <a:lnSpc>
                <a:spcPct val="100000"/>
              </a:lnSpc>
              <a:spcBef>
                <a:spcPts val="0"/>
              </a:spcBef>
              <a:defRPr/>
            </a:pPr>
            <a:r>
              <a:rPr lang="en-US" dirty="0"/>
              <a:t>It informs the web browser about the type and version of </a:t>
            </a:r>
            <a:r>
              <a:rPr lang="en-US" b="1" dirty="0"/>
              <a:t>HTML</a:t>
            </a:r>
            <a:r>
              <a:rPr lang="en-US" dirty="0"/>
              <a:t> </a:t>
            </a:r>
          </a:p>
          <a:p>
            <a:pPr lvl="2">
              <a:lnSpc>
                <a:spcPct val="100000"/>
              </a:lnSpc>
              <a:spcBef>
                <a:spcPts val="0"/>
              </a:spcBef>
              <a:buFont typeface="Wingdings" panose="05000000000000000000" pitchFamily="2" charset="2"/>
              <a:buChar char="ü"/>
              <a:defRPr/>
            </a:pPr>
            <a:r>
              <a:rPr lang="en-US" sz="2400" dirty="0"/>
              <a:t>HTML 4.01, XHTML 1.0 XHTML 1.1, HTML 5</a:t>
            </a:r>
          </a:p>
          <a:p>
            <a:pPr lvl="1">
              <a:lnSpc>
                <a:spcPct val="100000"/>
              </a:lnSpc>
              <a:spcBef>
                <a:spcPts val="0"/>
              </a:spcBef>
              <a:defRPr/>
            </a:pPr>
            <a:r>
              <a:rPr lang="en-US" dirty="0"/>
              <a:t>It helps the browser to handle and load it properly.</a:t>
            </a:r>
          </a:p>
          <a:p>
            <a:pPr>
              <a:lnSpc>
                <a:spcPct val="100000"/>
              </a:lnSpc>
              <a:defRPr/>
            </a:pPr>
            <a:endParaRPr lang="en-US" sz="3000" dirty="0"/>
          </a:p>
          <a:p>
            <a:pPr>
              <a:lnSpc>
                <a:spcPct val="100000"/>
              </a:lnSpc>
              <a:defRPr/>
            </a:pPr>
            <a:r>
              <a:rPr lang="en-US" sz="3000" dirty="0"/>
              <a:t>Example:</a:t>
            </a:r>
            <a:endParaRPr lang="en-US" sz="3000" dirty="0">
              <a:solidFill>
                <a:srgbClr val="426790"/>
              </a:solidFill>
              <a:effectLst>
                <a:outerShdw blurRad="38100" dist="38100" dir="2700000" algn="tl">
                  <a:srgbClr val="000000"/>
                </a:outerShdw>
              </a:effectLst>
              <a:latin typeface="Courier New" panose="02070309020205020404" pitchFamily="49" charset="0"/>
            </a:endParaRPr>
          </a:p>
          <a:p>
            <a:pPr marL="0" indent="0">
              <a:lnSpc>
                <a:spcPct val="100000"/>
              </a:lnSpc>
              <a:spcBef>
                <a:spcPct val="60000"/>
              </a:spcBef>
              <a:buNone/>
              <a:defRPr/>
            </a:pPr>
            <a:endParaRPr lang="en-US" sz="3000" dirty="0"/>
          </a:p>
        </p:txBody>
      </p:sp>
      <p:sp>
        <p:nvSpPr>
          <p:cNvPr id="5" name="Slide Number Placeholder 3"/>
          <p:cNvSpPr>
            <a:spLocks noGrp="1"/>
          </p:cNvSpPr>
          <p:nvPr>
            <p:ph type="sldNum" sz="quarter" idx="12"/>
          </p:nvPr>
        </p:nvSpPr>
        <p:spPr/>
        <p:txBody>
          <a:bodyPr/>
          <a:lstStyle/>
          <a:p>
            <a:pPr>
              <a:defRPr/>
            </a:pPr>
            <a:fld id="{58452FF4-89E3-4D1B-9927-2DBDC00E58D7}" type="slidenum">
              <a:rPr lang="en-US" smtClean="0"/>
              <a:t>12</a:t>
            </a:fld>
            <a:endParaRPr lang="en-US" dirty="0"/>
          </a:p>
        </p:txBody>
      </p:sp>
      <p:sp>
        <p:nvSpPr>
          <p:cNvPr id="3" name="TextBox 2">
            <a:extLst>
              <a:ext uri="{FF2B5EF4-FFF2-40B4-BE49-F238E27FC236}">
                <a16:creationId xmlns:a16="http://schemas.microsoft.com/office/drawing/2014/main" id="{0503143A-DC06-D7DB-CA0B-59F508E83BB7}"/>
              </a:ext>
            </a:extLst>
          </p:cNvPr>
          <p:cNvSpPr txBox="1"/>
          <p:nvPr/>
        </p:nvSpPr>
        <p:spPr>
          <a:xfrm>
            <a:off x="2895600" y="4191000"/>
            <a:ext cx="6092890" cy="646331"/>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rgbClr val="000000"/>
                </a:solidFill>
                <a:effectLst/>
                <a:highlight>
                  <a:srgbClr val="FFFFFF"/>
                </a:highlight>
                <a:latin typeface="+mj-lt"/>
              </a:rPr>
              <a:t>In HTML 5, the declaration is simple:</a:t>
            </a:r>
          </a:p>
          <a:p>
            <a:pPr algn="l"/>
            <a:r>
              <a:rPr lang="en-US" b="1" i="0" dirty="0">
                <a:solidFill>
                  <a:srgbClr val="0000CD"/>
                </a:solidFill>
                <a:effectLst/>
                <a:highlight>
                  <a:srgbClr val="FFFFFF"/>
                </a:highlight>
                <a:latin typeface="+mj-lt"/>
              </a:rPr>
              <a:t>&lt;</a:t>
            </a:r>
            <a:r>
              <a:rPr lang="en-US" b="1" i="0" dirty="0">
                <a:solidFill>
                  <a:srgbClr val="A52A2A"/>
                </a:solidFill>
                <a:effectLst/>
                <a:highlight>
                  <a:srgbClr val="FFFFFF"/>
                </a:highlight>
                <a:latin typeface="+mj-lt"/>
              </a:rPr>
              <a:t>!DOCTYPE</a:t>
            </a:r>
            <a:r>
              <a:rPr lang="en-US" b="1" i="0" dirty="0">
                <a:solidFill>
                  <a:srgbClr val="FF0000"/>
                </a:solidFill>
                <a:effectLst/>
                <a:highlight>
                  <a:srgbClr val="FFFFFF"/>
                </a:highlight>
                <a:latin typeface="+mj-lt"/>
              </a:rPr>
              <a:t> html</a:t>
            </a:r>
            <a:r>
              <a:rPr lang="en-US" b="1" i="0" dirty="0">
                <a:solidFill>
                  <a:srgbClr val="0000CD"/>
                </a:solidFill>
                <a:effectLst/>
                <a:highlight>
                  <a:srgbClr val="FFFFFF"/>
                </a:highlight>
                <a:latin typeface="+mj-lt"/>
              </a:rPr>
              <a:t>&gt;</a:t>
            </a:r>
            <a:endParaRPr lang="en-US" b="1" i="0" dirty="0">
              <a:solidFill>
                <a:srgbClr val="000000"/>
              </a:solidFill>
              <a:effectLst/>
              <a:highlight>
                <a:srgbClr val="FFFFFF"/>
              </a:highlight>
              <a:latin typeface="+mj-lt"/>
            </a:endParaRPr>
          </a:p>
        </p:txBody>
      </p:sp>
      <p:sp>
        <p:nvSpPr>
          <p:cNvPr id="6" name="TextBox 5">
            <a:extLst>
              <a:ext uri="{FF2B5EF4-FFF2-40B4-BE49-F238E27FC236}">
                <a16:creationId xmlns:a16="http://schemas.microsoft.com/office/drawing/2014/main" id="{56E11BC4-B81C-77E2-5A8A-AE5AC0416B4D}"/>
              </a:ext>
            </a:extLst>
          </p:cNvPr>
          <p:cNvSpPr txBox="1"/>
          <p:nvPr/>
        </p:nvSpPr>
        <p:spPr>
          <a:xfrm>
            <a:off x="5181600" y="4883497"/>
            <a:ext cx="6092890" cy="1200329"/>
          </a:xfrm>
          <a:prstGeom prst="rect">
            <a:avLst/>
          </a:prstGeom>
          <a:noFill/>
        </p:spPr>
        <p:txBody>
          <a:bodyPr wrap="square">
            <a:spAutoFit/>
          </a:bodyPr>
          <a:lstStyle/>
          <a:p>
            <a:pPr algn="l"/>
            <a:r>
              <a:rPr lang="en-US" b="0" i="0" dirty="0">
                <a:solidFill>
                  <a:srgbClr val="000000"/>
                </a:solidFill>
                <a:effectLst/>
                <a:highlight>
                  <a:srgbClr val="FFFFFF"/>
                </a:highlight>
                <a:latin typeface="Verdana" panose="020B0604030504040204" pitchFamily="34" charset="0"/>
              </a:rPr>
              <a:t>HTML 4.01:</a:t>
            </a:r>
          </a:p>
          <a:p>
            <a:pPr algn="l"/>
            <a:r>
              <a:rPr lang="en-US" b="0" i="0" dirty="0">
                <a:solidFill>
                  <a:srgbClr val="0000CD"/>
                </a:solidFill>
                <a:effectLst/>
                <a:highlight>
                  <a:srgbClr val="FFFFFF"/>
                </a:highlight>
                <a:latin typeface="Consolas" panose="020B0609020204030204" pitchFamily="49" charset="0"/>
              </a:rPr>
              <a:t>&lt;</a:t>
            </a:r>
            <a:r>
              <a:rPr lang="en-US" b="0" i="0" dirty="0">
                <a:solidFill>
                  <a:srgbClr val="A52A2A"/>
                </a:solidFill>
                <a:effectLst/>
                <a:highlight>
                  <a:srgbClr val="FFFFFF"/>
                </a:highlight>
                <a:latin typeface="Consolas" panose="020B0609020204030204" pitchFamily="49" charset="0"/>
              </a:rPr>
              <a:t>!DOCTYPE</a:t>
            </a:r>
            <a:r>
              <a:rPr lang="en-US" b="0" i="0" dirty="0">
                <a:solidFill>
                  <a:srgbClr val="FF0000"/>
                </a:solidFill>
                <a:effectLst/>
                <a:highlight>
                  <a:srgbClr val="FFFFFF"/>
                </a:highlight>
                <a:latin typeface="Consolas" panose="020B0609020204030204" pitchFamily="49" charset="0"/>
              </a:rPr>
              <a:t> HTML PUBLIC "-//W3C//DTD HTML 4.01 Transitional//EN" "http://www.w3.org/TR/html4/loose.dtd"</a:t>
            </a:r>
            <a:r>
              <a:rPr lang="en-US" b="0" i="0" dirty="0">
                <a:solidFill>
                  <a:srgbClr val="0000CD"/>
                </a:solidFill>
                <a:effectLst/>
                <a:highlight>
                  <a:srgbClr val="FFFFFF"/>
                </a:highlight>
                <a:latin typeface="Consolas" panose="020B0609020204030204" pitchFamily="49" charset="0"/>
              </a:rPr>
              <a:t>&gt;</a:t>
            </a:r>
            <a:endParaRPr lang="en-US" b="0" i="0" dirty="0">
              <a:solidFill>
                <a:srgbClr val="000000"/>
              </a:solidFill>
              <a:effectLst/>
              <a:highlight>
                <a:srgbClr val="FFFFFF"/>
              </a:highlight>
              <a:latin typeface="Consolas" panose="020B0609020204030204" pitchFamily="49" charset="0"/>
            </a:endParaRPr>
          </a:p>
        </p:txBody>
      </p:sp>
      <p:sp>
        <p:nvSpPr>
          <p:cNvPr id="8" name="TextBox 7">
            <a:extLst>
              <a:ext uri="{FF2B5EF4-FFF2-40B4-BE49-F238E27FC236}">
                <a16:creationId xmlns:a16="http://schemas.microsoft.com/office/drawing/2014/main" id="{0CAFCA21-1A52-66C2-E5F6-76FFDB36DD45}"/>
              </a:ext>
            </a:extLst>
          </p:cNvPr>
          <p:cNvSpPr txBox="1"/>
          <p:nvPr/>
        </p:nvSpPr>
        <p:spPr>
          <a:xfrm>
            <a:off x="385666" y="4837331"/>
            <a:ext cx="4795934" cy="1077218"/>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000000"/>
                </a:solidFill>
                <a:effectLst/>
                <a:highlight>
                  <a:srgbClr val="FFFFFF"/>
                </a:highlight>
                <a:latin typeface="+mj-lt"/>
              </a:rPr>
              <a:t>In older documents (HTML 4 or XHTML), the declaration is more complicated because the declaration must refer to a DTD (Document Type Definition).</a:t>
            </a:r>
            <a:endParaRPr lang="en-US" sz="1600" dirty="0">
              <a:latin typeface="+mj-lt"/>
            </a:endParaRPr>
          </a:p>
        </p:txBody>
      </p:sp>
      <p:sp>
        <p:nvSpPr>
          <p:cNvPr id="10" name="TextBox 9">
            <a:extLst>
              <a:ext uri="{FF2B5EF4-FFF2-40B4-BE49-F238E27FC236}">
                <a16:creationId xmlns:a16="http://schemas.microsoft.com/office/drawing/2014/main" id="{445D139A-FCD3-E734-11D1-5C41A1B3AF46}"/>
              </a:ext>
            </a:extLst>
          </p:cNvPr>
          <p:cNvSpPr txBox="1"/>
          <p:nvPr/>
        </p:nvSpPr>
        <p:spPr>
          <a:xfrm>
            <a:off x="263590" y="5894685"/>
            <a:ext cx="9372600" cy="923330"/>
          </a:xfrm>
          <a:prstGeom prst="rect">
            <a:avLst/>
          </a:prstGeom>
          <a:noFill/>
        </p:spPr>
        <p:txBody>
          <a:bodyPr wrap="square">
            <a:spAutoFit/>
          </a:bodyPr>
          <a:lstStyle/>
          <a:p>
            <a:pPr algn="l"/>
            <a:r>
              <a:rPr lang="en-US" b="0" i="0" dirty="0">
                <a:solidFill>
                  <a:srgbClr val="000000"/>
                </a:solidFill>
                <a:effectLst/>
                <a:highlight>
                  <a:srgbClr val="FFFFFF"/>
                </a:highlight>
                <a:latin typeface="Verdana" panose="020B0604030504040204" pitchFamily="34" charset="0"/>
              </a:rPr>
              <a:t>XHTML 1.1:</a:t>
            </a:r>
          </a:p>
          <a:p>
            <a:pPr algn="l"/>
            <a:r>
              <a:rPr lang="en-US" b="0" i="0" dirty="0">
                <a:solidFill>
                  <a:srgbClr val="0000CD"/>
                </a:solidFill>
                <a:effectLst/>
                <a:highlight>
                  <a:srgbClr val="FFFFFF"/>
                </a:highlight>
                <a:latin typeface="Consolas" panose="020B0609020204030204" pitchFamily="49" charset="0"/>
              </a:rPr>
              <a:t>&lt;</a:t>
            </a:r>
            <a:r>
              <a:rPr lang="en-US" b="0" i="0" dirty="0">
                <a:solidFill>
                  <a:srgbClr val="A52A2A"/>
                </a:solidFill>
                <a:effectLst/>
                <a:highlight>
                  <a:srgbClr val="FFFFFF"/>
                </a:highlight>
                <a:latin typeface="Consolas" panose="020B0609020204030204" pitchFamily="49" charset="0"/>
              </a:rPr>
              <a:t>!DOCTYPE</a:t>
            </a:r>
            <a:r>
              <a:rPr lang="en-US" b="0" i="0" dirty="0">
                <a:solidFill>
                  <a:srgbClr val="FF0000"/>
                </a:solidFill>
                <a:effectLst/>
                <a:highlight>
                  <a:srgbClr val="FFFFFF"/>
                </a:highlight>
                <a:latin typeface="Consolas" panose="020B0609020204030204" pitchFamily="49" charset="0"/>
              </a:rPr>
              <a:t> html PUBLIC "-//W3C//DTD XHTML 1.1//EN" "http://www.w3.org/TR/xhtml11/DTD/xhtml11.dtd"</a:t>
            </a:r>
            <a:r>
              <a:rPr lang="en-US" b="0" i="0" dirty="0">
                <a:solidFill>
                  <a:srgbClr val="0000CD"/>
                </a:solidFill>
                <a:effectLst/>
                <a:highlight>
                  <a:srgbClr val="FFFFFF"/>
                </a:highlight>
                <a:latin typeface="Consolas" panose="020B0609020204030204" pitchFamily="49" charset="0"/>
              </a:rPr>
              <a:t>&gt;</a:t>
            </a:r>
            <a:endParaRPr lang="en-US" b="0" i="0" dirty="0">
              <a:solidFill>
                <a:srgbClr val="000000"/>
              </a:solidFill>
              <a:effectLst/>
              <a:highlight>
                <a:srgbClr val="FFFFFF"/>
              </a:highlight>
              <a:latin typeface="Consolas" panose="020B0609020204030204" pitchFamily="49" charset="0"/>
            </a:endParaRPr>
          </a:p>
        </p:txBody>
      </p:sp>
      <p:sp>
        <p:nvSpPr>
          <p:cNvPr id="13" name="Rectangle 2">
            <a:extLst>
              <a:ext uri="{FF2B5EF4-FFF2-40B4-BE49-F238E27FC236}">
                <a16:creationId xmlns:a16="http://schemas.microsoft.com/office/drawing/2014/main" id="{24657588-28FC-E6F1-7D79-5A2DF25B143F}"/>
              </a:ext>
            </a:extLst>
          </p:cNvPr>
          <p:cNvSpPr>
            <a:spLocks noChangeArrowheads="1"/>
          </p:cNvSpPr>
          <p:nvPr/>
        </p:nvSpPr>
        <p:spPr bwMode="auto">
          <a:xfrm>
            <a:off x="-304800" y="1098494"/>
            <a:ext cx="184731"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FDB4C739-BE2A-F8CF-71BD-BA619C211BBB}"/>
              </a:ext>
            </a:extLst>
          </p:cNvPr>
          <p:cNvSpPr txBox="1"/>
          <p:nvPr/>
        </p:nvSpPr>
        <p:spPr>
          <a:xfrm>
            <a:off x="609601" y="3429728"/>
            <a:ext cx="10896600" cy="456472"/>
          </a:xfrm>
          <a:prstGeom prst="rect">
            <a:avLst/>
          </a:prstGeom>
          <a:noFill/>
        </p:spPr>
        <p:txBody>
          <a:bodyPr wrap="square">
            <a:spAutoFit/>
          </a:bodyPr>
          <a:lstStyle/>
          <a:p>
            <a:pPr>
              <a:lnSpc>
                <a:spcPct val="150000"/>
              </a:lnSpc>
              <a:defRPr/>
            </a:pPr>
            <a:r>
              <a:rPr lang="en-US" sz="1800" dirty="0">
                <a:solidFill>
                  <a:srgbClr val="FF0000"/>
                </a:solidFill>
                <a:latin typeface="+mj-lt"/>
              </a:rPr>
              <a:t>The declaration is not case sensitive: &lt;!DOCTYPE html&gt;, &lt;!</a:t>
            </a:r>
            <a:r>
              <a:rPr lang="en-US" sz="1800" dirty="0" err="1">
                <a:solidFill>
                  <a:srgbClr val="FF0000"/>
                </a:solidFill>
                <a:latin typeface="+mj-lt"/>
              </a:rPr>
              <a:t>DocType</a:t>
            </a:r>
            <a:r>
              <a:rPr lang="en-US" sz="1800" dirty="0">
                <a:solidFill>
                  <a:srgbClr val="FF0000"/>
                </a:solidFill>
                <a:latin typeface="+mj-lt"/>
              </a:rPr>
              <a:t> html&gt;, &lt;!Doctype html&gt;, &lt;!doctype html&gt;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57090" name="Rectangle 2"/>
          <p:cNvSpPr>
            <a:spLocks noGrp="1" noChangeArrowheads="1"/>
          </p:cNvSpPr>
          <p:nvPr>
            <p:ph type="title"/>
          </p:nvPr>
        </p:nvSpPr>
        <p:spPr>
          <a:xfrm>
            <a:off x="2514601" y="663323"/>
            <a:ext cx="6571343" cy="796428"/>
          </a:xfrm>
        </p:spPr>
        <p:txBody>
          <a:bodyPr/>
          <a:lstStyle/>
          <a:p>
            <a:pPr>
              <a:defRPr/>
            </a:pPr>
            <a:r>
              <a:rPr lang="en-ZA" dirty="0"/>
              <a:t>Some Simple Tags</a:t>
            </a:r>
            <a:endParaRPr lang="en-US" dirty="0"/>
          </a:p>
        </p:txBody>
      </p:sp>
      <p:sp>
        <p:nvSpPr>
          <p:cNvPr id="857091" name="Rectangle 3"/>
          <p:cNvSpPr>
            <a:spLocks noGrp="1" noChangeArrowheads="1"/>
          </p:cNvSpPr>
          <p:nvPr>
            <p:ph idx="1"/>
          </p:nvPr>
        </p:nvSpPr>
        <p:spPr>
          <a:xfrm>
            <a:off x="1066800" y="1371600"/>
            <a:ext cx="9296400" cy="4953001"/>
          </a:xfrm>
        </p:spPr>
        <p:txBody>
          <a:bodyPr>
            <a:normAutofit/>
          </a:bodyPr>
          <a:lstStyle/>
          <a:p>
            <a:pPr>
              <a:lnSpc>
                <a:spcPct val="90000"/>
              </a:lnSpc>
              <a:defRPr/>
            </a:pPr>
            <a:r>
              <a:rPr lang="en-ZA" dirty="0">
                <a:latin typeface="Cambria" panose="02040503050406030204" pitchFamily="18" charset="0"/>
                <a:ea typeface="Cambria" panose="02040503050406030204" pitchFamily="18" charset="0"/>
              </a:rPr>
              <a:t>Hyperlink Tags</a:t>
            </a:r>
          </a:p>
          <a:p>
            <a:pPr>
              <a:lnSpc>
                <a:spcPct val="90000"/>
              </a:lnSpc>
              <a:defRPr/>
            </a:pPr>
            <a:endParaRPr lang="en-ZA" dirty="0">
              <a:latin typeface="Cambria" panose="02040503050406030204" pitchFamily="18" charset="0"/>
              <a:ea typeface="Cambria" panose="02040503050406030204" pitchFamily="18" charset="0"/>
            </a:endParaRPr>
          </a:p>
          <a:p>
            <a:pPr>
              <a:lnSpc>
                <a:spcPct val="90000"/>
              </a:lnSpc>
              <a:defRPr/>
            </a:pPr>
            <a:endParaRPr lang="en-ZA" dirty="0">
              <a:latin typeface="Cambria" panose="02040503050406030204" pitchFamily="18" charset="0"/>
              <a:ea typeface="Cambria" panose="02040503050406030204" pitchFamily="18" charset="0"/>
            </a:endParaRPr>
          </a:p>
          <a:p>
            <a:pPr>
              <a:lnSpc>
                <a:spcPct val="90000"/>
              </a:lnSpc>
              <a:spcBef>
                <a:spcPct val="20000"/>
              </a:spcBef>
              <a:defRPr/>
            </a:pPr>
            <a:r>
              <a:rPr lang="en-ZA" dirty="0">
                <a:latin typeface="Cambria" panose="02040503050406030204" pitchFamily="18" charset="0"/>
                <a:ea typeface="Cambria" panose="02040503050406030204" pitchFamily="18" charset="0"/>
              </a:rPr>
              <a:t>Image Tags</a:t>
            </a:r>
          </a:p>
          <a:p>
            <a:pPr>
              <a:lnSpc>
                <a:spcPct val="90000"/>
              </a:lnSpc>
              <a:defRPr/>
            </a:pPr>
            <a:endParaRPr lang="en-ZA" dirty="0">
              <a:latin typeface="Cambria" panose="02040503050406030204" pitchFamily="18" charset="0"/>
              <a:ea typeface="Cambria" panose="02040503050406030204" pitchFamily="18" charset="0"/>
            </a:endParaRPr>
          </a:p>
          <a:p>
            <a:pPr>
              <a:lnSpc>
                <a:spcPct val="90000"/>
              </a:lnSpc>
              <a:spcBef>
                <a:spcPct val="60000"/>
              </a:spcBef>
              <a:defRPr/>
            </a:pPr>
            <a:r>
              <a:rPr lang="en-ZA" dirty="0">
                <a:latin typeface="Cambria" panose="02040503050406030204" pitchFamily="18" charset="0"/>
                <a:ea typeface="Cambria" panose="02040503050406030204" pitchFamily="18" charset="0"/>
              </a:rPr>
              <a:t>Text formatting tags</a:t>
            </a:r>
            <a:endParaRPr lang="en-US" dirty="0">
              <a:latin typeface="Cambria" panose="02040503050406030204" pitchFamily="18" charset="0"/>
              <a:ea typeface="Cambria" panose="02040503050406030204" pitchFamily="18" charset="0"/>
            </a:endParaRP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13</a:t>
            </a:fld>
            <a:endParaRPr lang="en-US" dirty="0"/>
          </a:p>
        </p:txBody>
      </p:sp>
      <p:sp>
        <p:nvSpPr>
          <p:cNvPr id="857092" name="Rectangle 4"/>
          <p:cNvSpPr>
            <a:spLocks noChangeArrowheads="1"/>
          </p:cNvSpPr>
          <p:nvPr/>
        </p:nvSpPr>
        <p:spPr bwMode="auto">
          <a:xfrm>
            <a:off x="1804534" y="1924790"/>
            <a:ext cx="7991475" cy="90486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href="https://www.youtube.com/"</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&gt;Link to youtube &lt;/a&gt;</a:t>
            </a:r>
          </a:p>
        </p:txBody>
      </p:sp>
      <p:sp>
        <p:nvSpPr>
          <p:cNvPr id="857093" name="Rectangle 5"/>
          <p:cNvSpPr>
            <a:spLocks noChangeArrowheads="1"/>
          </p:cNvSpPr>
          <p:nvPr/>
        </p:nvSpPr>
        <p:spPr bwMode="auto">
          <a:xfrm>
            <a:off x="1719262" y="3364536"/>
            <a:ext cx="7991475" cy="47622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&lt;img src="logo.gif" alt="logo" /&gt;</a:t>
            </a:r>
          </a:p>
        </p:txBody>
      </p:sp>
      <p:sp>
        <p:nvSpPr>
          <p:cNvPr id="857094" name="Rectangle 6"/>
          <p:cNvSpPr>
            <a:spLocks noChangeArrowheads="1"/>
          </p:cNvSpPr>
          <p:nvPr/>
        </p:nvSpPr>
        <p:spPr bwMode="auto">
          <a:xfrm>
            <a:off x="1749742" y="4616000"/>
            <a:ext cx="7991475" cy="131112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This text is &lt;em&gt;emphasized.&lt;/em&gt;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&lt;br /&gt;new line&lt;br /&gt;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This one is &lt;strong&gt;more emphasized.&lt;/strong&gt;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5282" name="Rectangle 2"/>
          <p:cNvSpPr>
            <a:spLocks noGrp="1" noChangeArrowheads="1"/>
          </p:cNvSpPr>
          <p:nvPr>
            <p:ph type="title"/>
          </p:nvPr>
        </p:nvSpPr>
        <p:spPr/>
        <p:txBody>
          <a:bodyPr/>
          <a:lstStyle/>
          <a:p>
            <a:pPr>
              <a:defRPr/>
            </a:pPr>
            <a:r>
              <a:rPr lang="en-US" dirty="0"/>
              <a:t>Some Simple Tags – Example</a:t>
            </a: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14</a:t>
            </a:fld>
            <a:endParaRPr lang="en-US" dirty="0"/>
          </a:p>
        </p:txBody>
      </p:sp>
      <p:sp>
        <p:nvSpPr>
          <p:cNvPr id="865283" name="Rectangle 3"/>
          <p:cNvSpPr>
            <a:spLocks noChangeArrowheads="1"/>
          </p:cNvSpPr>
          <p:nvPr/>
        </p:nvSpPr>
        <p:spPr bwMode="auto">
          <a:xfrm>
            <a:off x="1278686" y="1996685"/>
            <a:ext cx="8907462" cy="440120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ZA"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&lt;!DOCTYPE html&gt;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buClr>
                <a:schemeClr val="accent5">
                  <a:lumMod val="40000"/>
                  <a:lumOff val="60000"/>
                </a:schemeClr>
              </a:buClr>
              <a:buSzPct val="70000"/>
              <a:defRPr/>
            </a:pPr>
            <a:r>
              <a:rPr lang="en-ZA"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&lt;head&gt;</a:t>
            </a:r>
          </a:p>
          <a:p>
            <a:pPr eaLnBrk="0" hangingPunct="0">
              <a:buClr>
                <a:schemeClr val="accent5">
                  <a:lumMod val="40000"/>
                  <a:lumOff val="60000"/>
                </a:schemeClr>
              </a:buClr>
              <a:buSzPct val="70000"/>
              <a:defRPr/>
            </a:pPr>
            <a:r>
              <a:rPr lang="en-ZA"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&lt;title&gt;</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Simple Tags example&lt;/title&gt;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&lt;/head&gt;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&lt;body&gt;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href="https://www.youtube.com/" title= “youtube site"&gt;This is a link.&lt;/a&gt;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&lt;br /&gt;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&lt;img src="logo.gif" alt="logo" /&gt;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&lt;br /&gt;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&lt;strong&gt;Bold&lt;/strong&gt; and &lt;em&gt;italic&lt;/em&gt; text.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&lt;/body&gt;</a:t>
            </a:r>
          </a:p>
          <a:p>
            <a:pPr eaLnBrk="0" hangingPunct="0">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5" name="Rectangle 4"/>
          <p:cNvSpPr/>
          <p:nvPr/>
        </p:nvSpPr>
        <p:spPr>
          <a:xfrm>
            <a:off x="2379617" y="1405126"/>
            <a:ext cx="3352800" cy="552587"/>
          </a:xfrm>
          <a:prstGeom prst="rect">
            <a:avLst/>
          </a:prstGeom>
        </p:spPr>
        <p:txBody>
          <a:bodyPr wrap="square">
            <a:spAutoFit/>
          </a:bodyPr>
          <a:lstStyle/>
          <a:p>
            <a:pPr marL="282575" indent="-282575" eaLnBrk="0" hangingPunct="0">
              <a:lnSpc>
                <a:spcPts val="3800"/>
              </a:lnSpc>
              <a:spcBef>
                <a:spcPts val="600"/>
              </a:spcBef>
              <a:spcAft>
                <a:spcPts val="600"/>
              </a:spcAft>
              <a:buClr>
                <a:srgbClr val="46A6BD">
                  <a:lumMod val="40000"/>
                  <a:lumOff val="60000"/>
                </a:srgbClr>
              </a:buClr>
              <a:buSzPct val="70000"/>
              <a:tabLst>
                <a:tab pos="282575" algn="l"/>
              </a:tabLst>
            </a:pPr>
            <a:r>
              <a:rPr lang="en-US" sz="2800" b="1" dirty="0">
                <a:effectLst>
                  <a:outerShdw blurRad="38100" dist="38100" dir="2700000" algn="tl">
                    <a:srgbClr val="000000">
                      <a:alpha val="43137"/>
                    </a:srgbClr>
                  </a:outerShdw>
                </a:effectLst>
                <a:latin typeface="Corbel" panose="020B0503020204020204"/>
              </a:rPr>
              <a:t>some-tags.html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62" name="Rectangle 2"/>
          <p:cNvSpPr>
            <a:spLocks noGrp="1" noChangeArrowheads="1"/>
          </p:cNvSpPr>
          <p:nvPr>
            <p:ph type="title"/>
          </p:nvPr>
        </p:nvSpPr>
        <p:spPr>
          <a:xfrm>
            <a:off x="838200" y="365126"/>
            <a:ext cx="10515600" cy="937174"/>
          </a:xfrm>
        </p:spPr>
        <p:txBody>
          <a:bodyPr/>
          <a:lstStyle/>
          <a:p>
            <a:pPr>
              <a:defRPr/>
            </a:pPr>
            <a:r>
              <a:rPr lang="en-US" dirty="0"/>
              <a:t>Tags Attributes</a:t>
            </a:r>
            <a:endParaRPr lang="bg-BG" dirty="0"/>
          </a:p>
        </p:txBody>
      </p:sp>
      <p:sp>
        <p:nvSpPr>
          <p:cNvPr id="1064963" name="Rectangle 3"/>
          <p:cNvSpPr>
            <a:spLocks noGrp="1" noChangeArrowheads="1"/>
          </p:cNvSpPr>
          <p:nvPr>
            <p:ph idx="1"/>
          </p:nvPr>
        </p:nvSpPr>
        <p:spPr>
          <a:xfrm>
            <a:off x="838200" y="1447800"/>
            <a:ext cx="10515600" cy="5105400"/>
          </a:xfrm>
        </p:spPr>
        <p:txBody>
          <a:bodyPr>
            <a:normAutofit lnSpcReduction="10000"/>
          </a:bodyPr>
          <a:lstStyle/>
          <a:p>
            <a:pPr>
              <a:lnSpc>
                <a:spcPct val="100000"/>
              </a:lnSpc>
              <a:spcBef>
                <a:spcPts val="300"/>
              </a:spcBef>
              <a:defRPr/>
            </a:pPr>
            <a:r>
              <a:rPr lang="en-US" dirty="0">
                <a:latin typeface="Cambria" panose="02040503050406030204" pitchFamily="18" charset="0"/>
                <a:ea typeface="Cambria" panose="02040503050406030204" pitchFamily="18" charset="0"/>
              </a:rPr>
              <a:t>Tags can have attributes</a:t>
            </a:r>
          </a:p>
          <a:p>
            <a:pPr lvl="1">
              <a:lnSpc>
                <a:spcPct val="100000"/>
              </a:lnSpc>
              <a:spcBef>
                <a:spcPts val="300"/>
              </a:spcBef>
              <a:defRPr/>
            </a:pPr>
            <a:r>
              <a:rPr lang="en-US" sz="2800" dirty="0">
                <a:latin typeface="Cambria" panose="02040503050406030204" pitchFamily="18" charset="0"/>
                <a:ea typeface="Cambria" panose="02040503050406030204" pitchFamily="18" charset="0"/>
              </a:rPr>
              <a:t>Attributes specify properties and behavior</a:t>
            </a:r>
          </a:p>
          <a:p>
            <a:pPr lvl="1">
              <a:lnSpc>
                <a:spcPct val="100000"/>
              </a:lnSpc>
              <a:spcBef>
                <a:spcPts val="300"/>
              </a:spcBef>
              <a:defRPr/>
            </a:pPr>
            <a:r>
              <a:rPr lang="en-US" sz="2800" dirty="0">
                <a:latin typeface="Cambria" panose="02040503050406030204" pitchFamily="18" charset="0"/>
                <a:ea typeface="Cambria" panose="02040503050406030204" pitchFamily="18" charset="0"/>
              </a:rPr>
              <a:t>Example:</a:t>
            </a:r>
          </a:p>
          <a:p>
            <a:pPr lvl="1">
              <a:lnSpc>
                <a:spcPct val="100000"/>
              </a:lnSpc>
              <a:spcBef>
                <a:spcPts val="300"/>
              </a:spcBef>
              <a:defRPr/>
            </a:pPr>
            <a:endParaRPr lang="en-US" sz="2800" dirty="0">
              <a:latin typeface="Cambria" panose="02040503050406030204" pitchFamily="18" charset="0"/>
              <a:ea typeface="Cambria" panose="02040503050406030204" pitchFamily="18" charset="0"/>
            </a:endParaRPr>
          </a:p>
          <a:p>
            <a:pPr lvl="1">
              <a:lnSpc>
                <a:spcPct val="100000"/>
              </a:lnSpc>
              <a:spcBef>
                <a:spcPts val="300"/>
              </a:spcBef>
              <a:defRPr/>
            </a:pPr>
            <a:endParaRPr lang="en-US" sz="2800" dirty="0">
              <a:latin typeface="Cambria" panose="02040503050406030204" pitchFamily="18" charset="0"/>
              <a:ea typeface="Cambria" panose="02040503050406030204" pitchFamily="18" charset="0"/>
            </a:endParaRPr>
          </a:p>
          <a:p>
            <a:pPr marL="457200" lvl="1" indent="0">
              <a:lnSpc>
                <a:spcPct val="100000"/>
              </a:lnSpc>
              <a:spcBef>
                <a:spcPts val="300"/>
              </a:spcBef>
              <a:buNone/>
              <a:defRPr/>
            </a:pPr>
            <a:endParaRPr lang="en-US" sz="2800" dirty="0">
              <a:latin typeface="Cambria" panose="02040503050406030204" pitchFamily="18" charset="0"/>
              <a:ea typeface="Cambria" panose="02040503050406030204" pitchFamily="18" charset="0"/>
            </a:endParaRPr>
          </a:p>
          <a:p>
            <a:pPr>
              <a:lnSpc>
                <a:spcPct val="100000"/>
              </a:lnSpc>
              <a:spcBef>
                <a:spcPts val="300"/>
              </a:spcBef>
              <a:defRPr/>
            </a:pPr>
            <a:r>
              <a:rPr lang="en-US" sz="3200" dirty="0">
                <a:latin typeface="Cambria" panose="02040503050406030204" pitchFamily="18" charset="0"/>
                <a:ea typeface="Cambria" panose="02040503050406030204" pitchFamily="18" charset="0"/>
              </a:rPr>
              <a:t>Few attributes can apply to every element:</a:t>
            </a:r>
          </a:p>
          <a:p>
            <a:pPr lvl="1">
              <a:lnSpc>
                <a:spcPct val="100000"/>
              </a:lnSpc>
              <a:spcBef>
                <a:spcPts val="300"/>
              </a:spcBef>
              <a:defRPr/>
            </a:pPr>
            <a:r>
              <a:rPr lang="en-US" sz="2800" dirty="0">
                <a:latin typeface="Cambria" panose="02040503050406030204" pitchFamily="18" charset="0"/>
                <a:ea typeface="Cambria" panose="02040503050406030204" pitchFamily="18" charset="0"/>
                <a:cs typeface="Consolas" panose="020B0609020204030204" pitchFamily="49" charset="0"/>
              </a:rPr>
              <a:t>id</a:t>
            </a:r>
            <a:r>
              <a:rPr lang="en-US"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cs typeface="Consolas" panose="020B0609020204030204" pitchFamily="49" charset="0"/>
              </a:rPr>
              <a:t>style</a:t>
            </a:r>
            <a:r>
              <a:rPr lang="en-US"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cs typeface="Consolas" panose="020B0609020204030204" pitchFamily="49" charset="0"/>
              </a:rPr>
              <a:t>class</a:t>
            </a:r>
            <a:r>
              <a:rPr lang="en-US"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cs typeface="Consolas" panose="020B0609020204030204" pitchFamily="49" charset="0"/>
              </a:rPr>
              <a:t>title</a:t>
            </a:r>
          </a:p>
          <a:p>
            <a:pPr lvl="1">
              <a:lnSpc>
                <a:spcPct val="100000"/>
              </a:lnSpc>
              <a:spcBef>
                <a:spcPts val="300"/>
              </a:spcBef>
              <a:defRPr/>
            </a:pPr>
            <a:r>
              <a:rPr lang="en-US" sz="2800" dirty="0">
                <a:latin typeface="Cambria" panose="02040503050406030204" pitchFamily="18" charset="0"/>
                <a:ea typeface="Cambria" panose="02040503050406030204" pitchFamily="18" charset="0"/>
              </a:rPr>
              <a:t>The </a:t>
            </a:r>
            <a:r>
              <a:rPr lang="en-US" sz="2800" dirty="0">
                <a:latin typeface="Cambria" panose="02040503050406030204" pitchFamily="18" charset="0"/>
                <a:ea typeface="Cambria" panose="02040503050406030204" pitchFamily="18" charset="0"/>
                <a:cs typeface="Consolas" panose="020B0609020204030204" pitchFamily="49" charset="0"/>
              </a:rPr>
              <a:t>id</a:t>
            </a:r>
            <a:r>
              <a:rPr lang="en-US" sz="2800" dirty="0">
                <a:latin typeface="Cambria" panose="02040503050406030204" pitchFamily="18" charset="0"/>
                <a:ea typeface="Cambria" panose="02040503050406030204" pitchFamily="18" charset="0"/>
              </a:rPr>
              <a:t> is unique in the document</a:t>
            </a:r>
          </a:p>
          <a:p>
            <a:pPr lvl="1">
              <a:lnSpc>
                <a:spcPct val="100000"/>
              </a:lnSpc>
              <a:spcBef>
                <a:spcPts val="300"/>
              </a:spcBef>
              <a:defRPr/>
            </a:pPr>
            <a:r>
              <a:rPr lang="en-US" sz="2800" dirty="0">
                <a:latin typeface="Cambria" panose="02040503050406030204" pitchFamily="18" charset="0"/>
                <a:ea typeface="Cambria" panose="02040503050406030204" pitchFamily="18" charset="0"/>
              </a:rPr>
              <a:t>Content of </a:t>
            </a:r>
            <a:r>
              <a:rPr lang="en-US" sz="2800" dirty="0">
                <a:latin typeface="Cambria" panose="02040503050406030204" pitchFamily="18" charset="0"/>
                <a:ea typeface="Cambria" panose="02040503050406030204" pitchFamily="18" charset="0"/>
                <a:cs typeface="Consolas" panose="020B0609020204030204" pitchFamily="49" charset="0"/>
              </a:rPr>
              <a:t>title</a:t>
            </a:r>
            <a:r>
              <a:rPr lang="en-US" sz="2800" dirty="0">
                <a:latin typeface="Cambria" panose="02040503050406030204" pitchFamily="18" charset="0"/>
                <a:ea typeface="Cambria" panose="02040503050406030204" pitchFamily="18" charset="0"/>
              </a:rPr>
              <a:t> attribute is displayed as hint when the element is hovered with the mouse</a:t>
            </a: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15</a:t>
            </a:fld>
            <a:endParaRPr lang="en-US" dirty="0"/>
          </a:p>
        </p:txBody>
      </p:sp>
      <p:sp>
        <p:nvSpPr>
          <p:cNvPr id="1064964" name="Rectangle 4"/>
          <p:cNvSpPr>
            <a:spLocks noChangeArrowheads="1"/>
          </p:cNvSpPr>
          <p:nvPr/>
        </p:nvSpPr>
        <p:spPr bwMode="auto">
          <a:xfrm>
            <a:off x="2090738" y="3352382"/>
            <a:ext cx="7096124" cy="39703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&lt;img src="logo.gif" alt="logo"/&gt;</a:t>
            </a:r>
          </a:p>
        </p:txBody>
      </p:sp>
      <p:sp>
        <p:nvSpPr>
          <p:cNvPr id="9" name="AutoShape 7"/>
          <p:cNvSpPr>
            <a:spLocks noChangeArrowheads="1"/>
          </p:cNvSpPr>
          <p:nvPr/>
        </p:nvSpPr>
        <p:spPr bwMode="auto">
          <a:xfrm>
            <a:off x="5087815" y="2602877"/>
            <a:ext cx="4800600" cy="527804"/>
          </a:xfrm>
          <a:prstGeom prst="wedgeRoundRectCallout">
            <a:avLst>
              <a:gd name="adj1" fmla="val -38490"/>
              <a:gd name="adj2" fmla="val 92910"/>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600" noProof="1">
                <a:effectLst>
                  <a:outerShdw blurRad="38100" dist="38100" dir="2700000" algn="tl">
                    <a:srgbClr val="000000">
                      <a:alpha val="43137"/>
                    </a:srgbClr>
                  </a:outerShdw>
                </a:effectLst>
                <a:cs typeface="Consolas" panose="020B0609020204030204" pitchFamily="49" charset="0"/>
              </a:rPr>
              <a:t>Attribute </a:t>
            </a:r>
            <a:r>
              <a:rPr lang="en-US" sz="2600"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alt</a:t>
            </a:r>
            <a:r>
              <a:rPr lang="en-US" sz="2600" noProof="1">
                <a:effectLst>
                  <a:outerShdw blurRad="38100" dist="38100" dir="2700000" algn="tl">
                    <a:srgbClr val="000000">
                      <a:alpha val="43137"/>
                    </a:srgbClr>
                  </a:outerShdw>
                </a:effectLst>
                <a:cs typeface="Consolas" panose="020B0609020204030204" pitchFamily="49" charset="0"/>
              </a:rPr>
              <a:t> with value "</a:t>
            </a:r>
            <a:r>
              <a:rPr lang="en-US" sz="2600"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logo</a:t>
            </a:r>
            <a:r>
              <a:rPr lang="en-US" sz="2600" b="1" noProof="1">
                <a:effectLst>
                  <a:outerShdw blurRad="38100" dist="38100" dir="2700000" algn="tl">
                    <a:srgbClr val="000000">
                      <a:alpha val="43137"/>
                    </a:srgbClr>
                  </a:outerShdw>
                </a:effectLst>
                <a:cs typeface="Consolas" panose="020B0609020204030204" pitchFamily="49"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0838F840-3C4D-DB60-F44B-67D6F3C07AB6}"/>
              </a:ext>
            </a:extLst>
          </p:cNvPr>
          <p:cNvSpPr>
            <a:spLocks noGrp="1" noChangeArrowheads="1"/>
          </p:cNvSpPr>
          <p:nvPr>
            <p:ph idx="1"/>
          </p:nvPr>
        </p:nvSpPr>
        <p:spPr>
          <a:xfrm>
            <a:off x="838201" y="1354139"/>
            <a:ext cx="9720264" cy="5138737"/>
          </a:xfrm>
        </p:spPr>
        <p:txBody>
          <a:bodyPr/>
          <a:lstStyle/>
          <a:p>
            <a:pPr marL="457200" lvl="1" indent="0">
              <a:lnSpc>
                <a:spcPct val="100000"/>
              </a:lnSpc>
              <a:spcBef>
                <a:spcPts val="238"/>
              </a:spcBef>
              <a:buNone/>
            </a:pPr>
            <a:r>
              <a:rPr lang="en-US" altLang="en-US" sz="2200" dirty="0">
                <a:ea typeface="Cambria" panose="02040503050406030204" pitchFamily="18" charset="0"/>
                <a:cs typeface="Cambria" panose="02040503050406030204" pitchFamily="18" charset="0"/>
              </a:rPr>
              <a:t>Difference between Id and class</a:t>
            </a:r>
          </a:p>
        </p:txBody>
      </p:sp>
      <p:sp>
        <p:nvSpPr>
          <p:cNvPr id="6" name="Slide Number Placeholder 3">
            <a:extLst>
              <a:ext uri="{FF2B5EF4-FFF2-40B4-BE49-F238E27FC236}">
                <a16:creationId xmlns:a16="http://schemas.microsoft.com/office/drawing/2014/main" id="{F83C598A-5013-F7CB-02A4-C23168C8E163}"/>
              </a:ext>
            </a:extLst>
          </p:cNvPr>
          <p:cNvSpPr>
            <a:spLocks noGrp="1"/>
          </p:cNvSpPr>
          <p:nvPr>
            <p:ph type="sldNum" sz="quarter" idx="12"/>
          </p:nvPr>
        </p:nvSpPr>
        <p:spPr/>
        <p:txBody>
          <a:bodyPr/>
          <a:lstStyle/>
          <a:p>
            <a:pPr>
              <a:defRPr/>
            </a:pPr>
            <a:fld id="{8DF9D2C0-4CC2-4AB1-A318-92821FE46FC7}" type="slidenum">
              <a:rPr lang="en-US" smtClean="0"/>
              <a:pPr>
                <a:defRPr/>
              </a:pPr>
              <a:t>16</a:t>
            </a:fld>
            <a:endParaRPr lang="en-US" dirty="0"/>
          </a:p>
        </p:txBody>
      </p:sp>
      <p:sp>
        <p:nvSpPr>
          <p:cNvPr id="2" name="TextBox 1">
            <a:extLst>
              <a:ext uri="{FF2B5EF4-FFF2-40B4-BE49-F238E27FC236}">
                <a16:creationId xmlns:a16="http://schemas.microsoft.com/office/drawing/2014/main" id="{123A6355-E55C-F13D-296E-E9CE2A218E9D}"/>
              </a:ext>
            </a:extLst>
          </p:cNvPr>
          <p:cNvSpPr txBox="1"/>
          <p:nvPr/>
        </p:nvSpPr>
        <p:spPr>
          <a:xfrm>
            <a:off x="842966" y="1691531"/>
            <a:ext cx="4719633" cy="4770537"/>
          </a:xfrm>
          <a:prstGeom prst="rect">
            <a:avLst/>
          </a:prstGeom>
          <a:noFill/>
        </p:spPr>
        <p:txBody>
          <a:bodyPr wrap="square">
            <a:spAutoFit/>
          </a:bodyPr>
          <a:lstStyle/>
          <a:p>
            <a:pPr>
              <a:defRPr/>
            </a:pPr>
            <a:r>
              <a:rPr lang="en-US" sz="1600" b="1" dirty="0">
                <a:solidFill>
                  <a:schemeClr val="accent1"/>
                </a:solidFill>
              </a:rPr>
              <a:t>&lt;!DOCTYPE html&gt;</a:t>
            </a:r>
          </a:p>
          <a:p>
            <a:pPr>
              <a:defRPr/>
            </a:pPr>
            <a:r>
              <a:rPr lang="en-US" sz="1600" b="1" dirty="0">
                <a:solidFill>
                  <a:schemeClr val="accent1"/>
                </a:solidFill>
              </a:rPr>
              <a:t>&lt;html&gt;</a:t>
            </a:r>
          </a:p>
          <a:p>
            <a:pPr>
              <a:defRPr/>
            </a:pPr>
            <a:r>
              <a:rPr lang="en-US" sz="1600" b="1" dirty="0">
                <a:solidFill>
                  <a:schemeClr val="accent1"/>
                </a:solidFill>
              </a:rPr>
              <a:t>&lt;head&gt;</a:t>
            </a:r>
          </a:p>
          <a:p>
            <a:pPr>
              <a:defRPr/>
            </a:pPr>
            <a:r>
              <a:rPr lang="en-US" sz="1600" b="1" dirty="0">
                <a:solidFill>
                  <a:schemeClr val="accent1"/>
                </a:solidFill>
              </a:rPr>
              <a:t>&lt;style&gt;</a:t>
            </a:r>
          </a:p>
          <a:p>
            <a:pPr>
              <a:defRPr/>
            </a:pPr>
            <a:r>
              <a:rPr lang="en-US" sz="1600" b="1" dirty="0">
                <a:solidFill>
                  <a:schemeClr val="accent1"/>
                </a:solidFill>
              </a:rPr>
              <a:t>/* Style the element with the id "</a:t>
            </a:r>
            <a:r>
              <a:rPr lang="en-US" sz="1600" b="1" dirty="0" err="1">
                <a:solidFill>
                  <a:schemeClr val="accent1"/>
                </a:solidFill>
              </a:rPr>
              <a:t>myHeader</a:t>
            </a:r>
            <a:r>
              <a:rPr lang="en-US" sz="1600" b="1" dirty="0">
                <a:solidFill>
                  <a:schemeClr val="accent1"/>
                </a:solidFill>
              </a:rPr>
              <a:t>" */</a:t>
            </a:r>
          </a:p>
          <a:p>
            <a:pPr>
              <a:defRPr/>
            </a:pPr>
            <a:r>
              <a:rPr lang="en-US" sz="1600" b="1" dirty="0">
                <a:solidFill>
                  <a:schemeClr val="accent1"/>
                </a:solidFill>
              </a:rPr>
              <a:t>#myHeader {</a:t>
            </a:r>
          </a:p>
          <a:p>
            <a:pPr>
              <a:defRPr/>
            </a:pPr>
            <a:r>
              <a:rPr lang="en-US" sz="1600" b="1" dirty="0">
                <a:solidFill>
                  <a:schemeClr val="accent1"/>
                </a:solidFill>
              </a:rPr>
              <a:t>  background-color: </a:t>
            </a:r>
            <a:r>
              <a:rPr lang="en-US" sz="1600" b="1" dirty="0" err="1">
                <a:solidFill>
                  <a:schemeClr val="accent1"/>
                </a:solidFill>
              </a:rPr>
              <a:t>lightblue</a:t>
            </a:r>
            <a:r>
              <a:rPr lang="en-US" sz="1600" b="1" dirty="0">
                <a:solidFill>
                  <a:schemeClr val="accent1"/>
                </a:solidFill>
              </a:rPr>
              <a:t>;</a:t>
            </a:r>
          </a:p>
          <a:p>
            <a:pPr>
              <a:defRPr/>
            </a:pPr>
            <a:r>
              <a:rPr lang="en-US" sz="1600" b="1" dirty="0">
                <a:solidFill>
                  <a:schemeClr val="accent1"/>
                </a:solidFill>
              </a:rPr>
              <a:t>  color: black;</a:t>
            </a:r>
          </a:p>
          <a:p>
            <a:pPr>
              <a:defRPr/>
            </a:pPr>
            <a:r>
              <a:rPr lang="en-US" sz="1600" b="1" dirty="0">
                <a:solidFill>
                  <a:schemeClr val="accent1"/>
                </a:solidFill>
              </a:rPr>
              <a:t>  padding: 40px;</a:t>
            </a:r>
          </a:p>
          <a:p>
            <a:pPr>
              <a:defRPr/>
            </a:pPr>
            <a:r>
              <a:rPr lang="en-US" sz="1600" b="1" dirty="0">
                <a:solidFill>
                  <a:schemeClr val="accent1"/>
                </a:solidFill>
              </a:rPr>
              <a:t>  text-align: center;</a:t>
            </a:r>
          </a:p>
          <a:p>
            <a:pPr>
              <a:defRPr/>
            </a:pPr>
            <a:r>
              <a:rPr lang="en-US" sz="1600" b="1" dirty="0">
                <a:solidFill>
                  <a:schemeClr val="accent1"/>
                </a:solidFill>
              </a:rPr>
              <a:t>}</a:t>
            </a:r>
          </a:p>
          <a:p>
            <a:pPr>
              <a:defRPr/>
            </a:pPr>
            <a:r>
              <a:rPr lang="en-US" sz="1600" b="1" dirty="0">
                <a:solidFill>
                  <a:schemeClr val="accent1"/>
                </a:solidFill>
              </a:rPr>
              <a:t>/* Style all elements with the class name "city" */</a:t>
            </a:r>
          </a:p>
          <a:p>
            <a:pPr>
              <a:defRPr/>
            </a:pPr>
            <a:r>
              <a:rPr lang="en-US" sz="1600" b="1" dirty="0">
                <a:solidFill>
                  <a:schemeClr val="accent1"/>
                </a:solidFill>
              </a:rPr>
              <a:t>.city {</a:t>
            </a:r>
          </a:p>
          <a:p>
            <a:pPr>
              <a:defRPr/>
            </a:pPr>
            <a:r>
              <a:rPr lang="en-US" sz="1600" b="1" dirty="0">
                <a:solidFill>
                  <a:schemeClr val="accent1"/>
                </a:solidFill>
              </a:rPr>
              <a:t>  background-color: tomato;</a:t>
            </a:r>
          </a:p>
          <a:p>
            <a:pPr>
              <a:defRPr/>
            </a:pPr>
            <a:r>
              <a:rPr lang="en-US" sz="1600" b="1" dirty="0">
                <a:solidFill>
                  <a:schemeClr val="accent1"/>
                </a:solidFill>
              </a:rPr>
              <a:t>  color: white;</a:t>
            </a:r>
          </a:p>
          <a:p>
            <a:pPr>
              <a:defRPr/>
            </a:pPr>
            <a:r>
              <a:rPr lang="en-US" sz="1600" b="1" dirty="0">
                <a:solidFill>
                  <a:schemeClr val="accent1"/>
                </a:solidFill>
              </a:rPr>
              <a:t>  padding: 10px;</a:t>
            </a:r>
          </a:p>
          <a:p>
            <a:pPr>
              <a:defRPr/>
            </a:pPr>
            <a:r>
              <a:rPr lang="en-US" sz="1600" b="1" dirty="0">
                <a:solidFill>
                  <a:schemeClr val="accent1"/>
                </a:solidFill>
              </a:rPr>
              <a:t>} </a:t>
            </a:r>
          </a:p>
          <a:p>
            <a:pPr>
              <a:defRPr/>
            </a:pPr>
            <a:endParaRPr lang="en-US" sz="1600" b="1" dirty="0">
              <a:solidFill>
                <a:schemeClr val="accent1"/>
              </a:solidFill>
            </a:endParaRPr>
          </a:p>
        </p:txBody>
      </p:sp>
      <p:sp>
        <p:nvSpPr>
          <p:cNvPr id="3" name="TextBox 2">
            <a:extLst>
              <a:ext uri="{FF2B5EF4-FFF2-40B4-BE49-F238E27FC236}">
                <a16:creationId xmlns:a16="http://schemas.microsoft.com/office/drawing/2014/main" id="{154FD138-C942-80C4-9294-60CD0036C601}"/>
              </a:ext>
            </a:extLst>
          </p:cNvPr>
          <p:cNvSpPr txBox="1"/>
          <p:nvPr/>
        </p:nvSpPr>
        <p:spPr>
          <a:xfrm>
            <a:off x="5867401" y="1331120"/>
            <a:ext cx="5943600" cy="4832092"/>
          </a:xfrm>
          <a:prstGeom prst="rect">
            <a:avLst/>
          </a:prstGeom>
          <a:noFill/>
        </p:spPr>
        <p:txBody>
          <a:bodyPr wrap="square">
            <a:spAutoFit/>
          </a:bodyPr>
          <a:lstStyle/>
          <a:p>
            <a:pPr>
              <a:defRPr/>
            </a:pPr>
            <a:r>
              <a:rPr lang="en-US" sz="1400" b="1" dirty="0">
                <a:solidFill>
                  <a:schemeClr val="accent1"/>
                </a:solidFill>
              </a:rPr>
              <a:t>&lt;/style&gt;</a:t>
            </a:r>
          </a:p>
          <a:p>
            <a:pPr>
              <a:defRPr/>
            </a:pPr>
            <a:r>
              <a:rPr lang="en-US" sz="1400" b="1" dirty="0">
                <a:solidFill>
                  <a:schemeClr val="accent1"/>
                </a:solidFill>
              </a:rPr>
              <a:t>&lt;/head&gt;</a:t>
            </a:r>
          </a:p>
          <a:p>
            <a:pPr>
              <a:defRPr/>
            </a:pPr>
            <a:r>
              <a:rPr lang="en-US" sz="1400" b="1" dirty="0">
                <a:solidFill>
                  <a:schemeClr val="accent1"/>
                </a:solidFill>
              </a:rPr>
              <a:t>&lt;body&gt;</a:t>
            </a:r>
          </a:p>
          <a:p>
            <a:pPr>
              <a:defRPr/>
            </a:pPr>
            <a:r>
              <a:rPr lang="en-US" sz="1400" b="1" dirty="0">
                <a:solidFill>
                  <a:schemeClr val="accent1"/>
                </a:solidFill>
              </a:rPr>
              <a:t>&lt;h2&gt;Difference Between Class and ID&lt;/h2&gt;</a:t>
            </a:r>
          </a:p>
          <a:p>
            <a:pPr>
              <a:defRPr/>
            </a:pPr>
            <a:r>
              <a:rPr lang="en-US" sz="1400" b="1" dirty="0">
                <a:solidFill>
                  <a:schemeClr val="accent1"/>
                </a:solidFill>
              </a:rPr>
              <a:t>&lt;p&gt;A class name can be used by multiple HTML elements, while an id name must only be used by one HTML element within the page:&lt;/p&gt;</a:t>
            </a:r>
          </a:p>
          <a:p>
            <a:pPr>
              <a:defRPr/>
            </a:pPr>
            <a:endParaRPr lang="en-US" sz="1400" b="1" dirty="0">
              <a:solidFill>
                <a:schemeClr val="accent1"/>
              </a:solidFill>
            </a:endParaRPr>
          </a:p>
          <a:p>
            <a:pPr>
              <a:defRPr/>
            </a:pPr>
            <a:r>
              <a:rPr lang="en-US" sz="1400" b="1" dirty="0">
                <a:solidFill>
                  <a:schemeClr val="accent1"/>
                </a:solidFill>
              </a:rPr>
              <a:t>&lt;!-- An element with a unique id --&gt;</a:t>
            </a:r>
          </a:p>
          <a:p>
            <a:pPr>
              <a:defRPr/>
            </a:pPr>
            <a:r>
              <a:rPr lang="en-US" sz="1400" b="1" dirty="0">
                <a:solidFill>
                  <a:schemeClr val="accent1"/>
                </a:solidFill>
              </a:rPr>
              <a:t>&lt;h1 id="</a:t>
            </a:r>
            <a:r>
              <a:rPr lang="en-US" sz="1400" b="1" dirty="0" err="1">
                <a:solidFill>
                  <a:schemeClr val="accent1"/>
                </a:solidFill>
              </a:rPr>
              <a:t>myHeader</a:t>
            </a:r>
            <a:r>
              <a:rPr lang="en-US" sz="1400" b="1" dirty="0">
                <a:solidFill>
                  <a:schemeClr val="accent1"/>
                </a:solidFill>
              </a:rPr>
              <a:t>"&gt;My Cities&lt;/h1&gt;</a:t>
            </a:r>
          </a:p>
          <a:p>
            <a:pPr>
              <a:defRPr/>
            </a:pPr>
            <a:endParaRPr lang="en-US" sz="1400" b="1" dirty="0">
              <a:solidFill>
                <a:schemeClr val="accent1"/>
              </a:solidFill>
            </a:endParaRPr>
          </a:p>
          <a:p>
            <a:pPr>
              <a:defRPr/>
            </a:pPr>
            <a:r>
              <a:rPr lang="en-US" sz="1400" b="1" dirty="0">
                <a:solidFill>
                  <a:schemeClr val="accent1"/>
                </a:solidFill>
              </a:rPr>
              <a:t>&lt;!-- Multiple elements with same class --&gt;</a:t>
            </a:r>
          </a:p>
          <a:p>
            <a:pPr>
              <a:defRPr/>
            </a:pPr>
            <a:r>
              <a:rPr lang="en-US" sz="1400" b="1" dirty="0">
                <a:solidFill>
                  <a:schemeClr val="accent1"/>
                </a:solidFill>
              </a:rPr>
              <a:t>&lt;h2 class="city"&gt;London&lt;/h2&gt;</a:t>
            </a:r>
          </a:p>
          <a:p>
            <a:pPr>
              <a:defRPr/>
            </a:pPr>
            <a:r>
              <a:rPr lang="en-US" sz="1400" b="1" dirty="0">
                <a:solidFill>
                  <a:schemeClr val="accent1"/>
                </a:solidFill>
              </a:rPr>
              <a:t>&lt;p&gt;London is the capital of England.&lt;/p&gt;</a:t>
            </a:r>
          </a:p>
          <a:p>
            <a:pPr>
              <a:defRPr/>
            </a:pPr>
            <a:endParaRPr lang="en-US" sz="1400" b="1" dirty="0">
              <a:solidFill>
                <a:schemeClr val="accent1"/>
              </a:solidFill>
            </a:endParaRPr>
          </a:p>
          <a:p>
            <a:pPr>
              <a:defRPr/>
            </a:pPr>
            <a:r>
              <a:rPr lang="en-US" sz="1400" b="1" dirty="0">
                <a:solidFill>
                  <a:schemeClr val="accent1"/>
                </a:solidFill>
              </a:rPr>
              <a:t>&lt;h2 class="city"&gt;Paris&lt;/h2&gt;</a:t>
            </a:r>
          </a:p>
          <a:p>
            <a:pPr>
              <a:defRPr/>
            </a:pPr>
            <a:r>
              <a:rPr lang="en-US" sz="1400" b="1" dirty="0">
                <a:solidFill>
                  <a:schemeClr val="accent1"/>
                </a:solidFill>
              </a:rPr>
              <a:t>&lt;p&gt;Paris is the capital of France.&lt;/p&gt;</a:t>
            </a:r>
          </a:p>
          <a:p>
            <a:pPr>
              <a:defRPr/>
            </a:pPr>
            <a:endParaRPr lang="en-US" sz="1400" b="1" dirty="0">
              <a:solidFill>
                <a:schemeClr val="accent1"/>
              </a:solidFill>
            </a:endParaRPr>
          </a:p>
          <a:p>
            <a:pPr>
              <a:defRPr/>
            </a:pPr>
            <a:r>
              <a:rPr lang="en-US" sz="1400" b="1" dirty="0">
                <a:solidFill>
                  <a:schemeClr val="accent1"/>
                </a:solidFill>
              </a:rPr>
              <a:t>&lt;h2 class="city"&gt;Tokyo&lt;/h2&gt;</a:t>
            </a:r>
          </a:p>
          <a:p>
            <a:pPr>
              <a:defRPr/>
            </a:pPr>
            <a:r>
              <a:rPr lang="en-US" sz="1400" b="1" dirty="0">
                <a:solidFill>
                  <a:schemeClr val="accent1"/>
                </a:solidFill>
              </a:rPr>
              <a:t>&lt;p&gt;Tokyo is the capital of Japan.&lt;/p&gt;</a:t>
            </a:r>
          </a:p>
          <a:p>
            <a:pPr>
              <a:defRPr/>
            </a:pPr>
            <a:endParaRPr lang="en-US" sz="1400" b="1" dirty="0">
              <a:solidFill>
                <a:schemeClr val="accent1"/>
              </a:solidFill>
            </a:endParaRPr>
          </a:p>
          <a:p>
            <a:pPr>
              <a:defRPr/>
            </a:pPr>
            <a:r>
              <a:rPr lang="en-US" sz="1400" b="1" dirty="0">
                <a:solidFill>
                  <a:schemeClr val="accent1"/>
                </a:solidFill>
              </a:rPr>
              <a:t>&lt;/body&gt;</a:t>
            </a:r>
          </a:p>
          <a:p>
            <a:pPr>
              <a:defRPr/>
            </a:pPr>
            <a:r>
              <a:rPr lang="en-US" sz="1400" b="1" dirty="0">
                <a:solidFill>
                  <a:schemeClr val="accent1"/>
                </a:solidFill>
              </a:rPr>
              <a:t>&lt;/html&gt;</a:t>
            </a:r>
            <a:endParaRPr lang="en-US" sz="1400" dirty="0"/>
          </a:p>
        </p:txBody>
      </p:sp>
      <p:sp>
        <p:nvSpPr>
          <p:cNvPr id="5" name="TextBox 4">
            <a:extLst>
              <a:ext uri="{FF2B5EF4-FFF2-40B4-BE49-F238E27FC236}">
                <a16:creationId xmlns:a16="http://schemas.microsoft.com/office/drawing/2014/main" id="{FCBADB76-F272-F2EE-702C-473F3DA5EEDE}"/>
              </a:ext>
            </a:extLst>
          </p:cNvPr>
          <p:cNvSpPr txBox="1"/>
          <p:nvPr/>
        </p:nvSpPr>
        <p:spPr>
          <a:xfrm>
            <a:off x="1668464" y="361950"/>
            <a:ext cx="6092890" cy="646331"/>
          </a:xfrm>
          <a:prstGeom prst="rect">
            <a:avLst/>
          </a:prstGeom>
          <a:noFill/>
        </p:spPr>
        <p:txBody>
          <a:bodyPr wrap="square">
            <a:spAutoFit/>
          </a:bodyPr>
          <a:lstStyle/>
          <a:p>
            <a:r>
              <a:rPr lang="en-US" sz="3600" b="1" dirty="0"/>
              <a:t>Tags Attributes</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9378" name="Rectangle 2"/>
          <p:cNvSpPr>
            <a:spLocks noGrp="1" noChangeArrowheads="1"/>
          </p:cNvSpPr>
          <p:nvPr>
            <p:ph type="title"/>
          </p:nvPr>
        </p:nvSpPr>
        <p:spPr/>
        <p:txBody>
          <a:bodyPr>
            <a:normAutofit/>
          </a:bodyPr>
          <a:lstStyle/>
          <a:p>
            <a:pPr>
              <a:defRPr/>
            </a:pPr>
            <a:r>
              <a:rPr lang="en-ZA" sz="3800" b="1" dirty="0">
                <a:latin typeface="Cambria" panose="02040503050406030204" pitchFamily="18" charset="0"/>
                <a:ea typeface="Cambria" panose="02040503050406030204" pitchFamily="18" charset="0"/>
              </a:rPr>
              <a:t>Headings and Paragraphs</a:t>
            </a:r>
            <a:endParaRPr lang="en-US" sz="3800" b="1" dirty="0">
              <a:latin typeface="Cambria" panose="02040503050406030204" pitchFamily="18" charset="0"/>
              <a:ea typeface="Cambria" panose="02040503050406030204" pitchFamily="18" charset="0"/>
            </a:endParaRPr>
          </a:p>
        </p:txBody>
      </p:sp>
      <p:sp>
        <p:nvSpPr>
          <p:cNvPr id="869379" name="Rectangle 3"/>
          <p:cNvSpPr>
            <a:spLocks noGrp="1" noChangeArrowheads="1"/>
          </p:cNvSpPr>
          <p:nvPr>
            <p:ph idx="1"/>
          </p:nvPr>
        </p:nvSpPr>
        <p:spPr>
          <a:xfrm>
            <a:off x="838200" y="1447801"/>
            <a:ext cx="9829800" cy="5273674"/>
          </a:xfrm>
        </p:spPr>
        <p:txBody>
          <a:bodyPr>
            <a:normAutofit/>
          </a:bodyPr>
          <a:lstStyle/>
          <a:p>
            <a:pPr>
              <a:lnSpc>
                <a:spcPct val="100000"/>
              </a:lnSpc>
              <a:spcBef>
                <a:spcPct val="20000"/>
              </a:spcBef>
              <a:defRPr/>
            </a:pPr>
            <a:r>
              <a:rPr lang="en-ZA" dirty="0">
                <a:latin typeface="Cambria" panose="02040503050406030204" pitchFamily="18" charset="0"/>
                <a:ea typeface="Cambria" panose="02040503050406030204" pitchFamily="18" charset="0"/>
              </a:rPr>
              <a:t>Heading Tags (h1 – h6)</a:t>
            </a:r>
          </a:p>
          <a:p>
            <a:pPr>
              <a:lnSpc>
                <a:spcPct val="100000"/>
              </a:lnSpc>
              <a:spcBef>
                <a:spcPct val="20000"/>
              </a:spcBef>
              <a:buFont typeface="Wingdings" panose="05000000000000000000" pitchFamily="2" charset="2"/>
              <a:buChar char="v"/>
              <a:defRPr/>
            </a:pPr>
            <a:endParaRPr lang="en-ZA" dirty="0">
              <a:latin typeface="Cambria" panose="02040503050406030204" pitchFamily="18" charset="0"/>
              <a:ea typeface="Cambria" panose="02040503050406030204" pitchFamily="18" charset="0"/>
            </a:endParaRPr>
          </a:p>
          <a:p>
            <a:pPr>
              <a:lnSpc>
                <a:spcPct val="100000"/>
              </a:lnSpc>
              <a:spcBef>
                <a:spcPct val="20000"/>
              </a:spcBef>
              <a:buFont typeface="Wingdings" panose="05000000000000000000" pitchFamily="2" charset="2"/>
              <a:buChar char="v"/>
              <a:defRPr/>
            </a:pPr>
            <a:endParaRPr lang="en-ZA" dirty="0">
              <a:latin typeface="Cambria" panose="02040503050406030204" pitchFamily="18" charset="0"/>
              <a:ea typeface="Cambria" panose="02040503050406030204" pitchFamily="18" charset="0"/>
            </a:endParaRPr>
          </a:p>
          <a:p>
            <a:pPr>
              <a:lnSpc>
                <a:spcPct val="100000"/>
              </a:lnSpc>
              <a:buFont typeface="Wingdings" panose="05000000000000000000" pitchFamily="2" charset="2"/>
              <a:buChar char="v"/>
              <a:defRPr/>
            </a:pPr>
            <a:endParaRPr lang="en-ZA" dirty="0">
              <a:latin typeface="Cambria" panose="02040503050406030204" pitchFamily="18" charset="0"/>
              <a:ea typeface="Cambria" panose="02040503050406030204" pitchFamily="18" charset="0"/>
            </a:endParaRPr>
          </a:p>
          <a:p>
            <a:pPr>
              <a:lnSpc>
                <a:spcPct val="100000"/>
              </a:lnSpc>
              <a:spcBef>
                <a:spcPct val="60000"/>
              </a:spcBef>
              <a:defRPr/>
            </a:pPr>
            <a:r>
              <a:rPr lang="en-ZA" dirty="0">
                <a:latin typeface="Cambria" panose="02040503050406030204" pitchFamily="18" charset="0"/>
                <a:ea typeface="Cambria" panose="02040503050406030204" pitchFamily="18" charset="0"/>
              </a:rPr>
              <a:t>Paragraph Tags</a:t>
            </a:r>
          </a:p>
          <a:p>
            <a:pPr>
              <a:lnSpc>
                <a:spcPct val="100000"/>
              </a:lnSpc>
              <a:spcBef>
                <a:spcPct val="20000"/>
              </a:spcBef>
              <a:buFont typeface="Wingdings" panose="05000000000000000000" pitchFamily="2" charset="2"/>
              <a:buChar char="v"/>
              <a:defRPr/>
            </a:pPr>
            <a:endParaRPr lang="en-ZA" dirty="0">
              <a:latin typeface="Cambria" panose="02040503050406030204" pitchFamily="18" charset="0"/>
              <a:ea typeface="Cambria" panose="02040503050406030204" pitchFamily="18" charset="0"/>
            </a:endParaRPr>
          </a:p>
          <a:p>
            <a:pPr>
              <a:lnSpc>
                <a:spcPct val="100000"/>
              </a:lnSpc>
              <a:spcBef>
                <a:spcPts val="3600"/>
              </a:spcBef>
              <a:defRPr/>
            </a:pPr>
            <a:r>
              <a:rPr lang="en-ZA" dirty="0">
                <a:latin typeface="Cambria" panose="02040503050406030204" pitchFamily="18" charset="0"/>
                <a:ea typeface="Cambria" panose="02040503050406030204" pitchFamily="18" charset="0"/>
              </a:rPr>
              <a:t>Sections: </a:t>
            </a:r>
            <a:r>
              <a:rPr lang="en-ZA" dirty="0">
                <a:latin typeface="Cambria" panose="02040503050406030204" pitchFamily="18" charset="0"/>
                <a:ea typeface="Cambria" panose="02040503050406030204" pitchFamily="18" charset="0"/>
                <a:cs typeface="Consolas" panose="020B0609020204030204" pitchFamily="49" charset="0"/>
              </a:rPr>
              <a:t>div</a:t>
            </a:r>
            <a:r>
              <a:rPr lang="en-ZA" dirty="0">
                <a:latin typeface="Cambria" panose="02040503050406030204" pitchFamily="18" charset="0"/>
                <a:ea typeface="Cambria" panose="02040503050406030204" pitchFamily="18" charset="0"/>
              </a:rPr>
              <a:t> and </a:t>
            </a:r>
            <a:r>
              <a:rPr lang="en-ZA" dirty="0">
                <a:latin typeface="Cambria" panose="02040503050406030204" pitchFamily="18" charset="0"/>
                <a:ea typeface="Cambria" panose="02040503050406030204" pitchFamily="18" charset="0"/>
                <a:cs typeface="Consolas" panose="020B0609020204030204" pitchFamily="49" charset="0"/>
              </a:rPr>
              <a:t>span</a:t>
            </a:r>
            <a:endParaRPr lang="en-US" dirty="0">
              <a:latin typeface="Cambria" panose="02040503050406030204" pitchFamily="18" charset="0"/>
              <a:ea typeface="Cambria" panose="02040503050406030204" pitchFamily="18" charset="0"/>
            </a:endParaRP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17</a:t>
            </a:fld>
            <a:endParaRPr lang="en-US" dirty="0"/>
          </a:p>
        </p:txBody>
      </p:sp>
      <p:sp>
        <p:nvSpPr>
          <p:cNvPr id="869380" name="Rectangle 4"/>
          <p:cNvSpPr>
            <a:spLocks noChangeArrowheads="1"/>
          </p:cNvSpPr>
          <p:nvPr/>
        </p:nvSpPr>
        <p:spPr bwMode="auto">
          <a:xfrm>
            <a:off x="1752600" y="4367899"/>
            <a:ext cx="7626350" cy="75713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&lt;p&gt;This is my first paragraph&lt;/p&gt;</a:t>
            </a:r>
          </a:p>
          <a:p>
            <a:pPr eaLnBrk="0" hangingPunct="0">
              <a:lnSpc>
                <a:spcPct val="9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&lt;p&gt;This is my second paragraph&lt;/p&gt;</a:t>
            </a:r>
          </a:p>
        </p:txBody>
      </p:sp>
      <p:sp>
        <p:nvSpPr>
          <p:cNvPr id="869381" name="Rectangle 5"/>
          <p:cNvSpPr>
            <a:spLocks noChangeArrowheads="1"/>
          </p:cNvSpPr>
          <p:nvPr/>
        </p:nvSpPr>
        <p:spPr bwMode="auto">
          <a:xfrm>
            <a:off x="1066800" y="2163128"/>
            <a:ext cx="7626350" cy="120032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&lt;h1&gt;Heading 1&lt;/h1&gt;</a:t>
            </a:r>
          </a:p>
          <a:p>
            <a:pPr eaLnBrk="0" hangingPunct="0">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&lt;h2&gt;Sub heading 2&lt;/h2&gt;</a:t>
            </a:r>
          </a:p>
          <a:p>
            <a:pPr eaLnBrk="0" hangingPunct="0">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&lt;h3&gt;Sub heading 3&lt;/h3&gt;</a:t>
            </a:r>
          </a:p>
        </p:txBody>
      </p:sp>
      <p:sp>
        <p:nvSpPr>
          <p:cNvPr id="869382" name="Rectangle 6"/>
          <p:cNvSpPr>
            <a:spLocks noChangeArrowheads="1"/>
          </p:cNvSpPr>
          <p:nvPr/>
        </p:nvSpPr>
        <p:spPr bwMode="auto">
          <a:xfrm>
            <a:off x="1723292" y="5774888"/>
            <a:ext cx="7626350" cy="75713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&lt;div style="background: skyblue;"&gt;</a:t>
            </a:r>
          </a:p>
          <a:p>
            <a:pPr eaLnBrk="0" hangingPunct="0">
              <a:lnSpc>
                <a:spcPct val="9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This is a div&lt;/div&gt;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a:xfrm>
            <a:off x="1452562" y="345008"/>
            <a:ext cx="7920038" cy="902063"/>
          </a:xfrm>
        </p:spPr>
        <p:txBody>
          <a:bodyPr>
            <a:normAutofit fontScale="90000"/>
          </a:bodyPr>
          <a:lstStyle/>
          <a:p>
            <a:pPr>
              <a:defRPr/>
            </a:pPr>
            <a:r>
              <a:rPr lang="en-US" sz="3800" b="1" dirty="0">
                <a:latin typeface="Cambria" panose="02040503050406030204" pitchFamily="18" charset="0"/>
                <a:ea typeface="Cambria" panose="02040503050406030204" pitchFamily="18" charset="0"/>
              </a:rPr>
              <a:t>Headings and Paragraphs – Example </a:t>
            </a:r>
            <a:endParaRPr lang="bg-BG" sz="3800" b="1" dirty="0">
              <a:latin typeface="Cambria" panose="02040503050406030204" pitchFamily="18" charset="0"/>
              <a:ea typeface="Cambria" panose="02040503050406030204" pitchFamily="18" charset="0"/>
            </a:endParaRP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18</a:t>
            </a:fld>
            <a:endParaRPr lang="en-US" dirty="0"/>
          </a:p>
        </p:txBody>
      </p:sp>
      <p:sp>
        <p:nvSpPr>
          <p:cNvPr id="830468" name="Rectangle 4"/>
          <p:cNvSpPr>
            <a:spLocks noChangeArrowheads="1"/>
          </p:cNvSpPr>
          <p:nvPr/>
        </p:nvSpPr>
        <p:spPr bwMode="auto">
          <a:xfrm>
            <a:off x="457200" y="1524000"/>
            <a:ext cx="8153400" cy="470898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&lt;!DOCTYPE HTML&gt;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&lt;head&gt;&lt;title&gt;Headings and paragraphs&lt;/title&gt;&lt;/head&gt;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&lt;h1&gt;Heading 1&lt;/h1&gt;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&lt;h2&gt;Sub heading 2&lt;/h2&gt;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&lt;h3&gt;Sub heading 3&lt;/h3&gt;</a:t>
            </a:r>
          </a:p>
          <a:p>
            <a:pPr eaLnBrk="0" hangingPunct="0">
              <a:buClr>
                <a:schemeClr val="accent5">
                  <a:lumMod val="40000"/>
                  <a:lumOff val="60000"/>
                </a:schemeClr>
              </a:buClr>
              <a:buSzPct val="70000"/>
              <a:defRPr/>
            </a:pPr>
            <a:endPar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&lt;p&gt;This is my first paragraph&lt;/p&gt;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&lt;p&gt;This is my second paragraph&lt;/p&gt;</a:t>
            </a:r>
          </a:p>
          <a:p>
            <a:pPr eaLnBrk="0" hangingPunct="0">
              <a:buClr>
                <a:schemeClr val="accent5">
                  <a:lumMod val="40000"/>
                  <a:lumOff val="60000"/>
                </a:schemeClr>
              </a:buClr>
              <a:buSzPct val="70000"/>
              <a:defRPr/>
            </a:pPr>
            <a:endPar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&lt;div style="background:pink"&gt;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This is a div&lt;/div&gt;	</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5" name="Rectangle 4"/>
          <p:cNvSpPr/>
          <p:nvPr/>
        </p:nvSpPr>
        <p:spPr>
          <a:xfrm>
            <a:off x="2209800" y="990600"/>
            <a:ext cx="3352800" cy="552587"/>
          </a:xfrm>
          <a:prstGeom prst="rect">
            <a:avLst/>
          </a:prstGeom>
        </p:spPr>
        <p:txBody>
          <a:bodyPr wrap="square">
            <a:spAutoFit/>
          </a:bodyPr>
          <a:lstStyle/>
          <a:p>
            <a:pPr marL="282575" indent="-282575" eaLnBrk="0" hangingPunct="0">
              <a:lnSpc>
                <a:spcPts val="3800"/>
              </a:lnSpc>
              <a:spcBef>
                <a:spcPts val="600"/>
              </a:spcBef>
              <a:spcAft>
                <a:spcPts val="600"/>
              </a:spcAft>
              <a:buClr>
                <a:srgbClr val="46A6BD">
                  <a:lumMod val="40000"/>
                  <a:lumOff val="60000"/>
                </a:srgbClr>
              </a:buClr>
              <a:buSzPct val="70000"/>
              <a:tabLst>
                <a:tab pos="282575" algn="l"/>
              </a:tabLst>
            </a:pPr>
            <a:r>
              <a:rPr lang="en-US" sz="2800" b="1" dirty="0">
                <a:effectLst>
                  <a:outerShdw blurRad="38100" dist="38100" dir="2700000" algn="tl">
                    <a:srgbClr val="000000">
                      <a:alpha val="43137"/>
                    </a:srgbClr>
                  </a:outerShdw>
                </a:effectLst>
                <a:latin typeface="Corbel" panose="020B0503020204020204"/>
              </a:rPr>
              <a:t>headings.html</a:t>
            </a:r>
          </a:p>
        </p:txBody>
      </p:sp>
      <p:pic>
        <p:nvPicPr>
          <p:cNvPr id="2" name="Picture 1"/>
          <p:cNvPicPr>
            <a:picLocks noChangeAspect="1"/>
          </p:cNvPicPr>
          <p:nvPr/>
        </p:nvPicPr>
        <p:blipFill>
          <a:blip r:embed="rId3"/>
          <a:stretch>
            <a:fillRect/>
          </a:stretch>
        </p:blipFill>
        <p:spPr>
          <a:xfrm>
            <a:off x="7700962" y="3581400"/>
            <a:ext cx="4338638" cy="2667000"/>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a:extLst>
              <a:ext uri="{FF2B5EF4-FFF2-40B4-BE49-F238E27FC236}">
                <a16:creationId xmlns:a16="http://schemas.microsoft.com/office/drawing/2014/main" id="{5389C80F-008D-57A7-246D-BEC31C4155B7}"/>
              </a:ext>
            </a:extLst>
          </p:cNvPr>
          <p:cNvSpPr>
            <a:spLocks noGrp="1" noChangeArrowheads="1"/>
          </p:cNvSpPr>
          <p:nvPr>
            <p:ph type="title"/>
          </p:nvPr>
        </p:nvSpPr>
        <p:spPr/>
        <p:txBody>
          <a:bodyPr>
            <a:normAutofit/>
          </a:bodyPr>
          <a:lstStyle/>
          <a:p>
            <a:pPr>
              <a:defRPr/>
            </a:pPr>
            <a:r>
              <a:rPr lang="en-ZA" sz="3021" b="1" dirty="0">
                <a:latin typeface="Cambria" panose="02040503050406030204" pitchFamily="18" charset="0"/>
                <a:ea typeface="Cambria" panose="02040503050406030204" pitchFamily="18" charset="0"/>
              </a:rPr>
              <a:t>Headings and Paragraphs</a:t>
            </a:r>
            <a:endParaRPr lang="en-US" sz="3021" b="1" dirty="0">
              <a:latin typeface="Cambria" panose="02040503050406030204" pitchFamily="18" charset="0"/>
              <a:ea typeface="Cambria" panose="02040503050406030204" pitchFamily="18" charset="0"/>
            </a:endParaRPr>
          </a:p>
        </p:txBody>
      </p:sp>
      <p:sp>
        <p:nvSpPr>
          <p:cNvPr id="49155" name="Rectangle 3">
            <a:extLst>
              <a:ext uri="{FF2B5EF4-FFF2-40B4-BE49-F238E27FC236}">
                <a16:creationId xmlns:a16="http://schemas.microsoft.com/office/drawing/2014/main" id="{3A5D11E3-A0DB-BD84-E396-967B59833D6D}"/>
              </a:ext>
            </a:extLst>
          </p:cNvPr>
          <p:cNvSpPr>
            <a:spLocks noGrp="1" noChangeArrowheads="1"/>
          </p:cNvSpPr>
          <p:nvPr>
            <p:ph idx="1"/>
          </p:nvPr>
        </p:nvSpPr>
        <p:spPr>
          <a:xfrm>
            <a:off x="1668464" y="1557339"/>
            <a:ext cx="8964613" cy="5164137"/>
          </a:xfrm>
        </p:spPr>
        <p:txBody>
          <a:bodyPr/>
          <a:lstStyle/>
          <a:p>
            <a:pPr marL="0" indent="0">
              <a:lnSpc>
                <a:spcPct val="100000"/>
              </a:lnSpc>
              <a:spcBef>
                <a:spcPts val="600"/>
              </a:spcBef>
              <a:buNone/>
            </a:pPr>
            <a:r>
              <a:rPr lang="en-US" altLang="en-US" dirty="0">
                <a:latin typeface="Cambria" panose="02040503050406030204" pitchFamily="18" charset="0"/>
                <a:ea typeface="Cambria" panose="02040503050406030204" pitchFamily="18" charset="0"/>
                <a:cs typeface="Cambria" panose="02040503050406030204" pitchFamily="18" charset="0"/>
              </a:rPr>
              <a:t>&lt;div&gt;</a:t>
            </a:r>
          </a:p>
        </p:txBody>
      </p:sp>
      <p:sp>
        <p:nvSpPr>
          <p:cNvPr id="7" name="Slide Number Placeholder 3">
            <a:extLst>
              <a:ext uri="{FF2B5EF4-FFF2-40B4-BE49-F238E27FC236}">
                <a16:creationId xmlns:a16="http://schemas.microsoft.com/office/drawing/2014/main" id="{F9464EE9-4A1D-3D47-06EC-420CCC82A6E7}"/>
              </a:ext>
            </a:extLst>
          </p:cNvPr>
          <p:cNvSpPr>
            <a:spLocks noGrp="1"/>
          </p:cNvSpPr>
          <p:nvPr>
            <p:ph type="sldNum" sz="quarter" idx="12"/>
          </p:nvPr>
        </p:nvSpPr>
        <p:spPr/>
        <p:txBody>
          <a:bodyPr/>
          <a:lstStyle/>
          <a:p>
            <a:pPr>
              <a:defRPr/>
            </a:pPr>
            <a:fld id="{901BE28C-BC98-4DDB-B3FB-43067B8B9756}" type="slidenum">
              <a:rPr lang="en-US" smtClean="0"/>
              <a:pPr>
                <a:defRPr/>
              </a:pPr>
              <a:t>19</a:t>
            </a:fld>
            <a:endParaRPr lang="en-US" dirty="0"/>
          </a:p>
        </p:txBody>
      </p:sp>
      <p:sp>
        <p:nvSpPr>
          <p:cNvPr id="869380" name="Rectangle 4">
            <a:extLst>
              <a:ext uri="{FF2B5EF4-FFF2-40B4-BE49-F238E27FC236}">
                <a16:creationId xmlns:a16="http://schemas.microsoft.com/office/drawing/2014/main" id="{C9FC634C-7152-7EF3-BC85-82D3F1375B73}"/>
              </a:ext>
            </a:extLst>
          </p:cNvPr>
          <p:cNvSpPr>
            <a:spLocks noChangeArrowheads="1"/>
          </p:cNvSpPr>
          <p:nvPr/>
        </p:nvSpPr>
        <p:spPr bwMode="auto">
          <a:xfrm>
            <a:off x="2667000" y="1455739"/>
            <a:ext cx="7856536" cy="496728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&lt;!DOCTYPE html&gt;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&lt;html&gt;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&lt;head&gt;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&lt;style&gt;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.myDiv {</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border: 5px outset red;</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background-color: lightblue;    </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text-align: center;</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&lt;/style&gt;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&lt;/head&gt;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&lt;body&gt;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&lt;h1&gt;The div element&lt;/h1&gt;</a:t>
            </a:r>
          </a:p>
          <a:p>
            <a:pPr>
              <a:lnSpc>
                <a:spcPct val="90000"/>
              </a:lnSpc>
              <a:buClr>
                <a:schemeClr val="accent5">
                  <a:lumMod val="40000"/>
                  <a:lumOff val="60000"/>
                </a:schemeClr>
              </a:buClr>
              <a:buSzPct val="70000"/>
              <a:defRPr/>
            </a:pPr>
            <a:endPar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endParaRP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&lt;div class="myDiv"&gt;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&lt;h2&gt;This is a heading in a div element&lt;/h2&gt;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&lt;p&gt;This is some text in a div element.&lt;/p&gt;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&lt;/div&gt;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&lt;p&gt;This is some text outside the div element.&lt;/p&gt;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&lt;/body&gt;</a:t>
            </a:r>
          </a:p>
          <a:p>
            <a:pPr>
              <a:lnSpc>
                <a:spcPct val="90000"/>
              </a:lnSpc>
              <a:buClr>
                <a:schemeClr val="accent5">
                  <a:lumMod val="40000"/>
                  <a:lumOff val="60000"/>
                </a:schemeClr>
              </a:buClr>
              <a:buSzPct val="70000"/>
              <a:defRPr/>
            </a:pPr>
            <a:r>
              <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&lt;/html&gt;</a:t>
            </a:r>
          </a:p>
          <a:p>
            <a:pPr>
              <a:lnSpc>
                <a:spcPct val="90000"/>
              </a:lnSpc>
              <a:buClr>
                <a:schemeClr val="accent5">
                  <a:lumMod val="40000"/>
                  <a:lumOff val="60000"/>
                </a:schemeClr>
              </a:buClr>
              <a:buSzPct val="70000"/>
              <a:defRPr/>
            </a:pPr>
            <a:endParaRPr lang="en-US" sz="1600" b="1" noProof="1">
              <a:solidFill>
                <a:srgbClr val="002060"/>
              </a:solidFill>
              <a:effectLst>
                <a:outerShdw blurRad="38100" dist="38100" dir="2700000" algn="tl">
                  <a:srgbClr val="000000">
                    <a:alpha val="43137"/>
                  </a:srgbClr>
                </a:outerShdw>
              </a:effectLst>
              <a:latin typeface="Consolas" pitchFamily="49" charset="0"/>
              <a:cs typeface="Consolas"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a:extLst>
              <a:ext uri="{FF2B5EF4-FFF2-40B4-BE49-F238E27FC236}">
                <a16:creationId xmlns:a16="http://schemas.microsoft.com/office/drawing/2014/main" id="{4F3F31BC-49F1-E7FC-6C72-9B2C9D8B93BD}"/>
              </a:ext>
            </a:extLst>
          </p:cNvPr>
          <p:cNvSpPr>
            <a:spLocks noGrp="1" noChangeArrowheads="1"/>
          </p:cNvSpPr>
          <p:nvPr>
            <p:ph type="title"/>
          </p:nvPr>
        </p:nvSpPr>
        <p:spPr/>
        <p:txBody>
          <a:bodyPr>
            <a:normAutofit/>
          </a:bodyPr>
          <a:lstStyle/>
          <a:p>
            <a:pPr>
              <a:defRPr/>
            </a:pPr>
            <a:r>
              <a:rPr lang="en-ZA" sz="3021" b="1" dirty="0">
                <a:latin typeface="Cambria" panose="02040503050406030204" pitchFamily="18" charset="0"/>
                <a:ea typeface="Cambria" panose="02040503050406030204" pitchFamily="18" charset="0"/>
              </a:rPr>
              <a:t>Headings and Paragraphs</a:t>
            </a:r>
            <a:endParaRPr lang="en-US" sz="3021" b="1" dirty="0">
              <a:latin typeface="Cambria" panose="02040503050406030204" pitchFamily="18" charset="0"/>
              <a:ea typeface="Cambria" panose="02040503050406030204" pitchFamily="18" charset="0"/>
            </a:endParaRPr>
          </a:p>
        </p:txBody>
      </p:sp>
      <p:sp>
        <p:nvSpPr>
          <p:cNvPr id="51203" name="Rectangle 3">
            <a:extLst>
              <a:ext uri="{FF2B5EF4-FFF2-40B4-BE49-F238E27FC236}">
                <a16:creationId xmlns:a16="http://schemas.microsoft.com/office/drawing/2014/main" id="{52B103A2-5EEE-8405-ACB0-8107792B9B7F}"/>
              </a:ext>
            </a:extLst>
          </p:cNvPr>
          <p:cNvSpPr>
            <a:spLocks noGrp="1" noChangeArrowheads="1"/>
          </p:cNvSpPr>
          <p:nvPr>
            <p:ph idx="1"/>
          </p:nvPr>
        </p:nvSpPr>
        <p:spPr>
          <a:xfrm>
            <a:off x="1668464" y="1557339"/>
            <a:ext cx="8964613" cy="5164137"/>
          </a:xfrm>
        </p:spPr>
        <p:txBody>
          <a:bodyPr/>
          <a:lstStyle/>
          <a:p>
            <a:pPr marL="0" indent="0">
              <a:lnSpc>
                <a:spcPct val="100000"/>
              </a:lnSpc>
              <a:spcBef>
                <a:spcPts val="600"/>
              </a:spcBef>
              <a:buNone/>
            </a:pPr>
            <a:r>
              <a:rPr lang="en-US" altLang="en-US">
                <a:latin typeface="Cambria" panose="02040503050406030204" pitchFamily="18" charset="0"/>
                <a:ea typeface="Cambria" panose="02040503050406030204" pitchFamily="18" charset="0"/>
                <a:cs typeface="Cambria" panose="02040503050406030204" pitchFamily="18" charset="0"/>
              </a:rPr>
              <a:t>&lt;div&gt; output</a:t>
            </a:r>
          </a:p>
        </p:txBody>
      </p:sp>
      <p:sp>
        <p:nvSpPr>
          <p:cNvPr id="7" name="Slide Number Placeholder 3">
            <a:extLst>
              <a:ext uri="{FF2B5EF4-FFF2-40B4-BE49-F238E27FC236}">
                <a16:creationId xmlns:a16="http://schemas.microsoft.com/office/drawing/2014/main" id="{A40DF161-AE4F-9FD9-F535-04B4AD24829C}"/>
              </a:ext>
            </a:extLst>
          </p:cNvPr>
          <p:cNvSpPr>
            <a:spLocks noGrp="1"/>
          </p:cNvSpPr>
          <p:nvPr>
            <p:ph type="sldNum" sz="quarter" idx="12"/>
          </p:nvPr>
        </p:nvSpPr>
        <p:spPr/>
        <p:txBody>
          <a:bodyPr/>
          <a:lstStyle/>
          <a:p>
            <a:pPr>
              <a:defRPr/>
            </a:pPr>
            <a:fld id="{4CB46CB9-FB23-43DB-B2F3-5A4334CC1BA4}" type="slidenum">
              <a:rPr lang="en-US" smtClean="0"/>
              <a:pPr>
                <a:defRPr/>
              </a:pPr>
              <a:t>20</a:t>
            </a:fld>
            <a:endParaRPr lang="en-US" dirty="0"/>
          </a:p>
        </p:txBody>
      </p:sp>
      <p:pic>
        <p:nvPicPr>
          <p:cNvPr id="51206" name="Picture 2">
            <a:extLst>
              <a:ext uri="{FF2B5EF4-FFF2-40B4-BE49-F238E27FC236}">
                <a16:creationId xmlns:a16="http://schemas.microsoft.com/office/drawing/2014/main" id="{E8D4B676-B2EE-BF18-47F4-4EF3F29EA0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1" y="2386014"/>
            <a:ext cx="628650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a:xfrm>
            <a:off x="3091375" y="369451"/>
            <a:ext cx="7086600" cy="838200"/>
          </a:xfrm>
        </p:spPr>
        <p:txBody>
          <a:bodyPr/>
          <a:lstStyle/>
          <a:p>
            <a:pPr>
              <a:defRPr/>
            </a:pPr>
            <a:r>
              <a:rPr lang="en-US" b="1" dirty="0"/>
              <a:t>The </a:t>
            </a:r>
            <a:r>
              <a:rPr lang="en-US" b="1" dirty="0">
                <a:cs typeface="Consolas" panose="020B0609020204030204" pitchFamily="49" charset="0"/>
              </a:rPr>
              <a:t>&lt;head&gt;</a:t>
            </a:r>
            <a:r>
              <a:rPr lang="en-US" b="1" dirty="0"/>
              <a:t> Section</a:t>
            </a:r>
          </a:p>
        </p:txBody>
      </p:sp>
      <p:sp>
        <p:nvSpPr>
          <p:cNvPr id="884739" name="Rectangle 3"/>
          <p:cNvSpPr>
            <a:spLocks noGrp="1" noChangeArrowheads="1"/>
          </p:cNvSpPr>
          <p:nvPr>
            <p:ph idx="1"/>
          </p:nvPr>
        </p:nvSpPr>
        <p:spPr>
          <a:xfrm>
            <a:off x="609600" y="1207651"/>
            <a:ext cx="11049000" cy="5148700"/>
          </a:xfrm>
        </p:spPr>
        <p:txBody>
          <a:bodyPr>
            <a:normAutofit/>
          </a:bodyPr>
          <a:lstStyle/>
          <a:p>
            <a:pPr>
              <a:lnSpc>
                <a:spcPct val="100000"/>
              </a:lnSpc>
              <a:defRPr/>
            </a:pPr>
            <a:r>
              <a:rPr lang="en-US" sz="2800" dirty="0">
                <a:latin typeface="Cambria" panose="02040503050406030204" pitchFamily="18" charset="0"/>
                <a:ea typeface="Cambria" panose="02040503050406030204" pitchFamily="18" charset="0"/>
              </a:rPr>
              <a:t>Contains information that </a:t>
            </a:r>
            <a:r>
              <a:rPr lang="en-US" sz="2800" b="1" dirty="0">
                <a:gradFill>
                  <a:gsLst>
                    <a:gs pos="0">
                      <a:srgbClr val="14CD68"/>
                    </a:gs>
                    <a:gs pos="100000">
                      <a:srgbClr val="0B6E38"/>
                    </a:gs>
                  </a:gsLst>
                  <a:lin scaled="0"/>
                </a:gradFill>
                <a:latin typeface="Cambria" panose="02040503050406030204" pitchFamily="18" charset="0"/>
                <a:ea typeface="Cambria" panose="02040503050406030204" pitchFamily="18" charset="0"/>
              </a:rPr>
              <a:t>doesn’t </a:t>
            </a:r>
            <a:r>
              <a:rPr lang="en-US" sz="2800" dirty="0">
                <a:latin typeface="Cambria" panose="02040503050406030204" pitchFamily="18" charset="0"/>
                <a:ea typeface="Cambria" panose="02040503050406030204" pitchFamily="18" charset="0"/>
              </a:rPr>
              <a:t>show directly on the </a:t>
            </a:r>
            <a:r>
              <a:rPr lang="en-US" sz="2800" b="1" dirty="0">
                <a:gradFill>
                  <a:gsLst>
                    <a:gs pos="0">
                      <a:srgbClr val="012D86"/>
                    </a:gs>
                    <a:gs pos="100000">
                      <a:srgbClr val="0E2557"/>
                    </a:gs>
                  </a:gsLst>
                  <a:lin scaled="0"/>
                </a:gradFill>
                <a:latin typeface="Cambria" panose="02040503050406030204" pitchFamily="18" charset="0"/>
                <a:ea typeface="Cambria" panose="02040503050406030204" pitchFamily="18" charset="0"/>
              </a:rPr>
              <a:t>viewable </a:t>
            </a:r>
            <a:r>
              <a:rPr lang="en-US" sz="2800" dirty="0">
                <a:latin typeface="Cambria" panose="02040503050406030204" pitchFamily="18" charset="0"/>
                <a:ea typeface="Cambria" panose="02040503050406030204" pitchFamily="18" charset="0"/>
              </a:rPr>
              <a:t>page</a:t>
            </a:r>
          </a:p>
          <a:p>
            <a:pPr>
              <a:lnSpc>
                <a:spcPct val="100000"/>
              </a:lnSpc>
              <a:defRPr/>
            </a:pPr>
            <a:r>
              <a:rPr lang="en-US" sz="2800" dirty="0">
                <a:latin typeface="Cambria" panose="02040503050406030204" pitchFamily="18" charset="0"/>
                <a:ea typeface="Cambria" panose="02040503050406030204" pitchFamily="18" charset="0"/>
              </a:rPr>
              <a:t>Begins with </a:t>
            </a:r>
            <a:r>
              <a:rPr lang="en-US" sz="2800" dirty="0">
                <a:latin typeface="Cambria" panose="02040503050406030204" pitchFamily="18" charset="0"/>
                <a:ea typeface="Cambria" panose="02040503050406030204" pitchFamily="18" charset="0"/>
                <a:cs typeface="Consolas" panose="020B0609020204030204" pitchFamily="49" charset="0"/>
              </a:rPr>
              <a:t>&lt;head&gt;</a:t>
            </a:r>
            <a:r>
              <a:rPr lang="en-US" sz="2800" dirty="0">
                <a:latin typeface="Cambria" panose="02040503050406030204" pitchFamily="18" charset="0"/>
                <a:ea typeface="Cambria" panose="02040503050406030204" pitchFamily="18" charset="0"/>
              </a:rPr>
              <a:t> and ends with </a:t>
            </a:r>
            <a:r>
              <a:rPr lang="en-US" sz="2800" dirty="0">
                <a:latin typeface="Cambria" panose="02040503050406030204" pitchFamily="18" charset="0"/>
                <a:ea typeface="Cambria" panose="02040503050406030204" pitchFamily="18" charset="0"/>
                <a:cs typeface="Consolas" panose="020B0609020204030204" pitchFamily="49" charset="0"/>
              </a:rPr>
              <a:t>&lt;/head&gt;</a:t>
            </a:r>
          </a:p>
          <a:p>
            <a:pPr>
              <a:lnSpc>
                <a:spcPct val="100000"/>
              </a:lnSpc>
              <a:defRPr/>
            </a:pPr>
            <a:r>
              <a:rPr lang="en-US" sz="2800" dirty="0">
                <a:latin typeface="Cambria" panose="02040503050406030204" pitchFamily="18" charset="0"/>
                <a:ea typeface="Cambria" panose="02040503050406030204" pitchFamily="18" charset="0"/>
              </a:rPr>
              <a:t>Contains mandatory single </a:t>
            </a:r>
            <a:r>
              <a:rPr lang="en-US" sz="2800" dirty="0">
                <a:latin typeface="Cambria" panose="02040503050406030204" pitchFamily="18" charset="0"/>
                <a:ea typeface="Cambria" panose="02040503050406030204" pitchFamily="18" charset="0"/>
                <a:cs typeface="Consolas" panose="020B0609020204030204" pitchFamily="49" charset="0"/>
              </a:rPr>
              <a:t>&lt;title&gt;</a:t>
            </a:r>
            <a:r>
              <a:rPr lang="en-US" sz="2800" dirty="0">
                <a:latin typeface="Cambria" panose="02040503050406030204" pitchFamily="18" charset="0"/>
                <a:ea typeface="Cambria" panose="02040503050406030204" pitchFamily="18" charset="0"/>
              </a:rPr>
              <a:t> tag</a:t>
            </a:r>
          </a:p>
          <a:p>
            <a:pPr>
              <a:lnSpc>
                <a:spcPct val="100000"/>
              </a:lnSpc>
              <a:defRPr/>
            </a:pPr>
            <a:r>
              <a:rPr lang="en-US" sz="2800" dirty="0">
                <a:latin typeface="Cambria" panose="02040503050406030204" pitchFamily="18" charset="0"/>
                <a:ea typeface="Cambria" panose="02040503050406030204" pitchFamily="18" charset="0"/>
              </a:rPr>
              <a:t>Can contain some other tags, e.g.</a:t>
            </a:r>
          </a:p>
          <a:p>
            <a:pPr lvl="1">
              <a:lnSpc>
                <a:spcPct val="100000"/>
              </a:lnSpc>
              <a:buFont typeface="Wingdings" panose="05000000000000000000" pitchFamily="2" charset="2"/>
              <a:buChar char="ü"/>
              <a:defRPr/>
            </a:pPr>
            <a:r>
              <a:rPr lang="en-US" sz="2800" dirty="0">
                <a:latin typeface="Cambria" panose="02040503050406030204" pitchFamily="18" charset="0"/>
                <a:ea typeface="Cambria" panose="02040503050406030204" pitchFamily="18" charset="0"/>
                <a:cs typeface="Consolas" panose="020B0609020204030204" pitchFamily="49" charset="0"/>
              </a:rPr>
              <a:t>&lt;meta&gt;</a:t>
            </a:r>
          </a:p>
          <a:p>
            <a:pPr lvl="1">
              <a:lnSpc>
                <a:spcPct val="100000"/>
              </a:lnSpc>
              <a:buFont typeface="Wingdings" panose="05000000000000000000" pitchFamily="2" charset="2"/>
              <a:buChar char="ü"/>
              <a:defRPr/>
            </a:pPr>
            <a:r>
              <a:rPr lang="en-US" sz="2800" dirty="0">
                <a:latin typeface="Cambria" panose="02040503050406030204" pitchFamily="18" charset="0"/>
                <a:ea typeface="Cambria" panose="02040503050406030204" pitchFamily="18" charset="0"/>
                <a:cs typeface="Consolas" panose="020B0609020204030204" pitchFamily="49" charset="0"/>
              </a:rPr>
              <a:t>&lt;script&gt;</a:t>
            </a:r>
          </a:p>
          <a:p>
            <a:pPr lvl="1">
              <a:lnSpc>
                <a:spcPct val="100000"/>
              </a:lnSpc>
              <a:buFont typeface="Wingdings" panose="05000000000000000000" pitchFamily="2" charset="2"/>
              <a:buChar char="ü"/>
              <a:defRPr/>
            </a:pPr>
            <a:r>
              <a:rPr lang="en-US" sz="2800" b="1" dirty="0">
                <a:latin typeface="Cambria" panose="02040503050406030204" pitchFamily="18" charset="0"/>
                <a:ea typeface="Cambria" panose="02040503050406030204" pitchFamily="18" charset="0"/>
                <a:cs typeface="Consolas" panose="020B0609020204030204" pitchFamily="49" charset="0"/>
              </a:rPr>
              <a:t>&lt;</a:t>
            </a:r>
            <a:r>
              <a:rPr lang="en-US" sz="2800" dirty="0">
                <a:latin typeface="Cambria" panose="02040503050406030204" pitchFamily="18" charset="0"/>
                <a:ea typeface="Cambria" panose="02040503050406030204" pitchFamily="18" charset="0"/>
                <a:cs typeface="Consolas" panose="020B0609020204030204" pitchFamily="49" charset="0"/>
              </a:rPr>
              <a:t>link</a:t>
            </a:r>
            <a:r>
              <a:rPr lang="en-US" sz="2800" b="1" dirty="0">
                <a:latin typeface="Cambria" panose="02040503050406030204" pitchFamily="18" charset="0"/>
                <a:ea typeface="Cambria" panose="02040503050406030204" pitchFamily="18" charset="0"/>
                <a:cs typeface="Consolas" panose="020B0609020204030204" pitchFamily="49" charset="0"/>
              </a:rPr>
              <a:t>&gt;</a:t>
            </a:r>
          </a:p>
          <a:p>
            <a:pPr lvl="1">
              <a:lnSpc>
                <a:spcPct val="100000"/>
              </a:lnSpc>
              <a:buFont typeface="Wingdings" panose="05000000000000000000" pitchFamily="2" charset="2"/>
              <a:buChar char="ü"/>
              <a:defRPr/>
            </a:pPr>
            <a:r>
              <a:rPr lang="en-US" sz="2800" b="1" dirty="0">
                <a:latin typeface="Cambria" panose="02040503050406030204" pitchFamily="18" charset="0"/>
                <a:ea typeface="Cambria" panose="02040503050406030204" pitchFamily="18" charset="0"/>
                <a:cs typeface="Consolas" panose="020B0609020204030204" pitchFamily="49" charset="0"/>
              </a:rPr>
              <a:t>&lt;</a:t>
            </a:r>
            <a:r>
              <a:rPr lang="en-US" sz="2800" dirty="0">
                <a:latin typeface="Cambria" panose="02040503050406030204" pitchFamily="18" charset="0"/>
                <a:ea typeface="Cambria" panose="02040503050406030204" pitchFamily="18" charset="0"/>
                <a:cs typeface="Consolas" panose="020B0609020204030204" pitchFamily="49" charset="0"/>
              </a:rPr>
              <a:t>style</a:t>
            </a:r>
            <a:r>
              <a:rPr lang="en-US" sz="2800" b="1" dirty="0">
                <a:latin typeface="Cambria" panose="02040503050406030204" pitchFamily="18" charset="0"/>
                <a:ea typeface="Cambria" panose="02040503050406030204" pitchFamily="18" charset="0"/>
                <a:cs typeface="Consolas" panose="020B0609020204030204" pitchFamily="49" charset="0"/>
              </a:rPr>
              <a:t>&gt;</a:t>
            </a:r>
          </a:p>
          <a:p>
            <a:pPr lvl="1">
              <a:lnSpc>
                <a:spcPct val="100000"/>
              </a:lnSpc>
              <a:buFont typeface="Wingdings" panose="05000000000000000000" pitchFamily="2" charset="2"/>
              <a:buChar char="ü"/>
              <a:defRPr/>
            </a:pPr>
            <a:r>
              <a:rPr lang="en-US" sz="2800" dirty="0">
                <a:latin typeface="Cambria" panose="02040503050406030204" pitchFamily="18" charset="0"/>
                <a:ea typeface="Cambria" panose="02040503050406030204" pitchFamily="18" charset="0"/>
                <a:cs typeface="Consolas" panose="020B0609020204030204" pitchFamily="49" charset="0"/>
              </a:rPr>
              <a:t>&lt;!–- comments --&gt;</a:t>
            </a: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1186" name="Rectangle 2"/>
          <p:cNvSpPr>
            <a:spLocks noChangeArrowheads="1"/>
          </p:cNvSpPr>
          <p:nvPr/>
        </p:nvSpPr>
        <p:spPr bwMode="auto">
          <a:xfrm>
            <a:off x="2063752" y="1703083"/>
            <a:ext cx="7994649" cy="3748719"/>
          </a:xfrm>
          <a:prstGeom prst="rect">
            <a:avLst/>
          </a:prstGeom>
          <a:solidFill>
            <a:srgbClr val="00B050">
              <a:alpha val="15000"/>
            </a:srgb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&lt;!DOCTYPE html&gt;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&lt;title&gt;My First HTML Page&lt;/title&gt;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&lt;p&gt;This is some text...&lt;/p&gt;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110000"/>
              </a:lnSpc>
              <a:buClr>
                <a:schemeClr val="accent5">
                  <a:lumMod val="40000"/>
                  <a:lumOff val="60000"/>
                </a:schemeClr>
              </a:buClr>
              <a:buSzPct val="70000"/>
              <a:defRPr/>
            </a:pPr>
            <a:r>
              <a:rPr lang="en-ZA"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861195" name="Rectangle 11"/>
          <p:cNvSpPr>
            <a:spLocks noChangeArrowheads="1"/>
          </p:cNvSpPr>
          <p:nvPr/>
        </p:nvSpPr>
        <p:spPr bwMode="auto">
          <a:xfrm>
            <a:off x="2399256" y="2514600"/>
            <a:ext cx="7354345" cy="1259392"/>
          </a:xfrm>
          <a:prstGeom prst="rect">
            <a:avLst/>
          </a:prstGeom>
          <a:solidFill>
            <a:schemeClr val="bg2">
              <a:lumMod val="10000"/>
              <a:alpha val="15000"/>
            </a:schemeClr>
          </a:solidFill>
          <a:ln w="12700">
            <a:solidFill>
              <a:schemeClr val="accent5">
                <a:lumMod val="60000"/>
                <a:lumOff val="40000"/>
              </a:schemeClr>
            </a:solidFill>
          </a:ln>
        </p:spPr>
        <p:txBody>
          <a:bodyPr wrap="square">
            <a:noAutofit/>
          </a:bodyPr>
          <a:lstStyle/>
          <a:p>
            <a:pPr eaLnBrk="0" hangingPunct="0">
              <a:lnSpc>
                <a:spcPct val="110000"/>
              </a:lnSpc>
              <a:buClr>
                <a:schemeClr val="accent5">
                  <a:lumMod val="40000"/>
                  <a:lumOff val="60000"/>
                </a:schemeClr>
              </a:buClr>
              <a:buSzPct val="70000"/>
              <a:defRPr/>
            </a:pPr>
            <a:endParaRPr lang="en-US" sz="2400" b="1" noProof="1">
              <a:solidFill>
                <a:srgbClr val="8CF4F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p:txBody>
      </p:sp>
      <p:sp>
        <p:nvSpPr>
          <p:cNvPr id="861187" name="Rectangle 3"/>
          <p:cNvSpPr>
            <a:spLocks noGrp="1" noChangeArrowheads="1"/>
          </p:cNvSpPr>
          <p:nvPr>
            <p:ph type="title"/>
          </p:nvPr>
        </p:nvSpPr>
        <p:spPr/>
        <p:txBody>
          <a:bodyPr/>
          <a:lstStyle/>
          <a:p>
            <a:pPr>
              <a:defRPr/>
            </a:pPr>
            <a:r>
              <a:rPr lang="en-ZA" dirty="0"/>
              <a:t> Header</a:t>
            </a:r>
            <a:endParaRPr lang="en-US" dirty="0"/>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22</a:t>
            </a:fld>
            <a:endParaRPr lang="en-US" dirty="0"/>
          </a:p>
        </p:txBody>
      </p:sp>
      <p:sp>
        <p:nvSpPr>
          <p:cNvPr id="7" name="AutoShape 7"/>
          <p:cNvSpPr>
            <a:spLocks noChangeArrowheads="1"/>
          </p:cNvSpPr>
          <p:nvPr/>
        </p:nvSpPr>
        <p:spPr bwMode="auto">
          <a:xfrm>
            <a:off x="5257800" y="1524000"/>
            <a:ext cx="3352800" cy="527804"/>
          </a:xfrm>
          <a:prstGeom prst="wedgeRoundRectCallout">
            <a:avLst>
              <a:gd name="adj1" fmla="val -51100"/>
              <a:gd name="adj2" fmla="val 148323"/>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b="1" noProof="1">
                <a:effectLst>
                  <a:outerShdw blurRad="38100" dist="38100" dir="2700000" algn="tl">
                    <a:srgbClr val="000000">
                      <a:alpha val="43137"/>
                    </a:srgbClr>
                  </a:outerShdw>
                </a:effectLst>
                <a:cs typeface="Consolas" panose="020B0609020204030204" pitchFamily="49" charset="0"/>
              </a:rPr>
              <a:t>HTML header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6786" name="Rectangle 2"/>
          <p:cNvSpPr>
            <a:spLocks noGrp="1" noChangeArrowheads="1"/>
          </p:cNvSpPr>
          <p:nvPr>
            <p:ph type="title"/>
          </p:nvPr>
        </p:nvSpPr>
        <p:spPr>
          <a:xfrm>
            <a:off x="2438401" y="607089"/>
            <a:ext cx="6571343" cy="1049235"/>
          </a:xfrm>
        </p:spPr>
        <p:txBody>
          <a:bodyPr>
            <a:normAutofit fontScale="90000"/>
          </a:bodyPr>
          <a:lstStyle/>
          <a:p>
            <a:pPr>
              <a:defRPr/>
            </a:pPr>
            <a:r>
              <a:rPr lang="en-US" b="1" dirty="0"/>
              <a:t>&lt;head&gt; Section: </a:t>
            </a:r>
            <a:r>
              <a:rPr lang="en-US" b="1" dirty="0">
                <a:solidFill>
                  <a:srgbClr val="FF0000"/>
                </a:solidFill>
              </a:rPr>
              <a:t>&lt;title&gt; tag</a:t>
            </a:r>
          </a:p>
        </p:txBody>
      </p:sp>
      <p:sp>
        <p:nvSpPr>
          <p:cNvPr id="886787" name="Rectangle 3"/>
          <p:cNvSpPr>
            <a:spLocks noGrp="1" noChangeArrowheads="1"/>
          </p:cNvSpPr>
          <p:nvPr>
            <p:ph idx="1"/>
          </p:nvPr>
        </p:nvSpPr>
        <p:spPr>
          <a:xfrm>
            <a:off x="838200" y="1600200"/>
            <a:ext cx="10668000" cy="4973078"/>
          </a:xfrm>
        </p:spPr>
        <p:txBody>
          <a:bodyPr>
            <a:normAutofit/>
          </a:bodyPr>
          <a:lstStyle/>
          <a:p>
            <a:pPr>
              <a:lnSpc>
                <a:spcPct val="100000"/>
              </a:lnSpc>
              <a:defRPr/>
            </a:pPr>
            <a:r>
              <a:rPr lang="en-US" sz="3000" dirty="0">
                <a:latin typeface="Cambria" panose="02040503050406030204" pitchFamily="18" charset="0"/>
                <a:ea typeface="Cambria" panose="02040503050406030204" pitchFamily="18" charset="0"/>
              </a:rPr>
              <a:t>Title should be placed between </a:t>
            </a:r>
            <a:r>
              <a:rPr lang="en-US" sz="3000" dirty="0">
                <a:latin typeface="Cambria" panose="02040503050406030204" pitchFamily="18" charset="0"/>
                <a:ea typeface="Cambria" panose="02040503050406030204" pitchFamily="18" charset="0"/>
                <a:cs typeface="Consolas" panose="020B0609020204030204" pitchFamily="49" charset="0"/>
              </a:rPr>
              <a:t>&lt;head&gt;</a:t>
            </a:r>
            <a:r>
              <a:rPr lang="en-US" sz="3000" dirty="0">
                <a:latin typeface="Cambria" panose="02040503050406030204" pitchFamily="18" charset="0"/>
                <a:ea typeface="Cambria" panose="02040503050406030204" pitchFamily="18" charset="0"/>
              </a:rPr>
              <a:t> and </a:t>
            </a:r>
            <a:r>
              <a:rPr lang="en-US" sz="3000" dirty="0">
                <a:latin typeface="Cambria" panose="02040503050406030204" pitchFamily="18" charset="0"/>
                <a:ea typeface="Cambria" panose="02040503050406030204" pitchFamily="18" charset="0"/>
                <a:cs typeface="Consolas" panose="020B0609020204030204" pitchFamily="49" charset="0"/>
              </a:rPr>
              <a:t>&lt;/head&gt;</a:t>
            </a:r>
            <a:r>
              <a:rPr lang="en-US" sz="3000" dirty="0">
                <a:latin typeface="Cambria" panose="02040503050406030204" pitchFamily="18" charset="0"/>
                <a:ea typeface="Cambria" panose="02040503050406030204" pitchFamily="18" charset="0"/>
              </a:rPr>
              <a:t> tags</a:t>
            </a:r>
          </a:p>
          <a:p>
            <a:pPr>
              <a:lnSpc>
                <a:spcPct val="100000"/>
              </a:lnSpc>
              <a:buFont typeface="Wingdings" panose="05000000000000000000" pitchFamily="2" charset="2"/>
              <a:buChar char="v"/>
              <a:defRPr/>
            </a:pPr>
            <a:endParaRPr lang="en-US" sz="3000" dirty="0">
              <a:latin typeface="Cambria" panose="02040503050406030204" pitchFamily="18" charset="0"/>
              <a:ea typeface="Cambria" panose="02040503050406030204" pitchFamily="18" charset="0"/>
            </a:endParaRPr>
          </a:p>
          <a:p>
            <a:pPr>
              <a:lnSpc>
                <a:spcPct val="100000"/>
              </a:lnSpc>
              <a:buFont typeface="Wingdings" panose="05000000000000000000" pitchFamily="2" charset="2"/>
              <a:buChar char="v"/>
              <a:defRPr/>
            </a:pPr>
            <a:endParaRPr lang="en-US" sz="3000" dirty="0">
              <a:latin typeface="Cambria" panose="02040503050406030204" pitchFamily="18" charset="0"/>
              <a:ea typeface="Cambria" panose="02040503050406030204" pitchFamily="18" charset="0"/>
            </a:endParaRPr>
          </a:p>
          <a:p>
            <a:pPr>
              <a:lnSpc>
                <a:spcPct val="100000"/>
              </a:lnSpc>
              <a:buFont typeface="Wingdings" panose="05000000000000000000" pitchFamily="2" charset="2"/>
              <a:buChar char="v"/>
              <a:defRPr/>
            </a:pPr>
            <a:endParaRPr lang="en-US" sz="3000" dirty="0">
              <a:latin typeface="Cambria" panose="02040503050406030204" pitchFamily="18" charset="0"/>
              <a:ea typeface="Cambria" panose="02040503050406030204" pitchFamily="18" charset="0"/>
            </a:endParaRPr>
          </a:p>
          <a:p>
            <a:pPr>
              <a:lnSpc>
                <a:spcPct val="100000"/>
              </a:lnSpc>
              <a:spcBef>
                <a:spcPts val="1800"/>
              </a:spcBef>
              <a:defRPr/>
            </a:pPr>
            <a:r>
              <a:rPr lang="en-US" sz="3000" dirty="0">
                <a:latin typeface="Cambria" panose="02040503050406030204" pitchFamily="18" charset="0"/>
                <a:ea typeface="Cambria" panose="02040503050406030204" pitchFamily="18" charset="0"/>
              </a:rPr>
              <a:t>Used to specify a title in the window title bar</a:t>
            </a:r>
          </a:p>
          <a:p>
            <a:pPr>
              <a:lnSpc>
                <a:spcPct val="100000"/>
              </a:lnSpc>
              <a:defRPr/>
            </a:pPr>
            <a:r>
              <a:rPr lang="en-US" sz="3000" dirty="0">
                <a:latin typeface="Cambria" panose="02040503050406030204" pitchFamily="18" charset="0"/>
                <a:ea typeface="Cambria" panose="02040503050406030204" pitchFamily="18" charset="0"/>
              </a:rPr>
              <a:t>Search engines and people rely on titles</a:t>
            </a: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23</a:t>
            </a:fld>
            <a:endParaRPr lang="en-US" dirty="0"/>
          </a:p>
        </p:txBody>
      </p:sp>
      <p:sp>
        <p:nvSpPr>
          <p:cNvPr id="7" name="Rectangle 4"/>
          <p:cNvSpPr>
            <a:spLocks noChangeArrowheads="1"/>
          </p:cNvSpPr>
          <p:nvPr/>
        </p:nvSpPr>
        <p:spPr bwMode="auto">
          <a:xfrm>
            <a:off x="2203257" y="2358531"/>
            <a:ext cx="7689848" cy="164352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28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&lt;head&gt;</a:t>
            </a:r>
          </a:p>
          <a:p>
            <a:pPr lvl="1" eaLnBrk="0" hangingPunct="0">
              <a:lnSpc>
                <a:spcPct val="90000"/>
              </a:lnSpc>
              <a:buClr>
                <a:schemeClr val="accent5">
                  <a:lumMod val="40000"/>
                  <a:lumOff val="60000"/>
                </a:schemeClr>
              </a:buClr>
              <a:buSzPct val="70000"/>
              <a:defRPr/>
            </a:pPr>
            <a:r>
              <a:rPr lang="en-US" sz="28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&lt;title&gt;here  is the title  section &lt;/title&gt;</a:t>
            </a:r>
          </a:p>
          <a:p>
            <a:pPr eaLnBrk="0" hangingPunct="0">
              <a:lnSpc>
                <a:spcPct val="90000"/>
              </a:lnSpc>
              <a:buClr>
                <a:schemeClr val="accent5">
                  <a:lumMod val="40000"/>
                  <a:lumOff val="60000"/>
                </a:schemeClr>
              </a:buClr>
              <a:buSzPct val="70000"/>
              <a:defRPr/>
            </a:pPr>
            <a:r>
              <a:rPr lang="en-US" sz="28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&lt;/head&gt;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ED23C45-F8F4-7C7E-5831-4F747D4E34A6}"/>
              </a:ext>
            </a:extLst>
          </p:cNvPr>
          <p:cNvSpPr>
            <a:spLocks noGrp="1" noChangeArrowheads="1"/>
          </p:cNvSpPr>
          <p:nvPr>
            <p:ph type="title"/>
          </p:nvPr>
        </p:nvSpPr>
        <p:spPr/>
        <p:txBody>
          <a:bodyPr/>
          <a:lstStyle/>
          <a:p>
            <a:r>
              <a:rPr lang="en-US" altLang="en-US"/>
              <a:t>&lt;head&gt; Section: &lt;</a:t>
            </a:r>
            <a:r>
              <a:rPr lang="en-US" altLang="en-US">
                <a:solidFill>
                  <a:srgbClr val="FF0000"/>
                </a:solidFill>
              </a:rPr>
              <a:t>meta</a:t>
            </a:r>
            <a:r>
              <a:rPr lang="en-US" altLang="en-US"/>
              <a:t>&gt;</a:t>
            </a:r>
          </a:p>
        </p:txBody>
      </p:sp>
      <p:sp>
        <p:nvSpPr>
          <p:cNvPr id="888835" name="Rectangle 3">
            <a:extLst>
              <a:ext uri="{FF2B5EF4-FFF2-40B4-BE49-F238E27FC236}">
                <a16:creationId xmlns:a16="http://schemas.microsoft.com/office/drawing/2014/main" id="{1DE327D8-E0C0-9121-F472-C205A195483E}"/>
              </a:ext>
            </a:extLst>
          </p:cNvPr>
          <p:cNvSpPr>
            <a:spLocks noGrp="1" noChangeArrowheads="1"/>
          </p:cNvSpPr>
          <p:nvPr>
            <p:ph idx="1"/>
          </p:nvPr>
        </p:nvSpPr>
        <p:spPr>
          <a:xfrm>
            <a:off x="609600" y="1484314"/>
            <a:ext cx="10515600" cy="4872037"/>
          </a:xfrm>
        </p:spPr>
        <p:txBody>
          <a:bodyPr>
            <a:normAutofit/>
          </a:bodyPr>
          <a:lstStyle/>
          <a:p>
            <a:pPr>
              <a:lnSpc>
                <a:spcPct val="100000"/>
              </a:lnSpc>
              <a:defRPr/>
            </a:pPr>
            <a:r>
              <a:rPr lang="en-US" sz="2226" dirty="0">
                <a:ea typeface="Cambria" panose="02040503050406030204" pitchFamily="18" charset="0"/>
              </a:rPr>
              <a:t>Meta tags additionally </a:t>
            </a:r>
            <a:r>
              <a:rPr lang="en-US" sz="2226" b="1" i="1" dirty="0">
                <a:ea typeface="Cambria" panose="02040503050406030204" pitchFamily="18" charset="0"/>
              </a:rPr>
              <a:t>describe the content contained within the page</a:t>
            </a:r>
          </a:p>
          <a:p>
            <a:pPr>
              <a:lnSpc>
                <a:spcPct val="100000"/>
              </a:lnSpc>
              <a:defRPr/>
            </a:pPr>
            <a:r>
              <a:rPr lang="en-US" sz="2226" b="1" i="1" dirty="0">
                <a:solidFill>
                  <a:srgbClr val="426790"/>
                </a:solidFill>
                <a:effectLst>
                  <a:outerShdw blurRad="38100" dist="38100" dir="2700000" algn="tl">
                    <a:srgbClr val="000000"/>
                  </a:outerShdw>
                </a:effectLst>
                <a:ea typeface="Cambria" panose="02040503050406030204" pitchFamily="18" charset="0"/>
              </a:rPr>
              <a:t>&lt;meta&gt; tags are typically used to specify character set, page description, author of the document.</a:t>
            </a:r>
          </a:p>
          <a:p>
            <a:pPr>
              <a:lnSpc>
                <a:spcPct val="100000"/>
              </a:lnSpc>
              <a:defRPr/>
            </a:pPr>
            <a:r>
              <a:rPr lang="en-US" sz="2200" dirty="0">
                <a:solidFill>
                  <a:srgbClr val="000000"/>
                </a:solidFill>
              </a:rPr>
              <a:t>Metadata is used by browsers (how to display content or reload page), search engines (keywords), and other web services.</a:t>
            </a:r>
            <a:r>
              <a:rPr lang="en-US" sz="2200" b="1" i="1" dirty="0">
                <a:solidFill>
                  <a:srgbClr val="426790"/>
                </a:solidFill>
                <a:effectLst>
                  <a:outerShdw blurRad="38100" dist="38100" dir="2700000" algn="tl">
                    <a:srgbClr val="000000"/>
                  </a:outerShdw>
                </a:effectLst>
                <a:ea typeface="Cambria" panose="02040503050406030204" pitchFamily="18" charset="0"/>
              </a:rPr>
              <a:t> </a:t>
            </a:r>
          </a:p>
          <a:p>
            <a:pPr>
              <a:lnSpc>
                <a:spcPct val="100000"/>
              </a:lnSpc>
              <a:defRPr/>
            </a:pPr>
            <a:endParaRPr lang="en-US" sz="2226" b="1" i="1" dirty="0">
              <a:solidFill>
                <a:srgbClr val="426790"/>
              </a:solidFill>
              <a:effectLst>
                <a:outerShdw blurRad="38100" dist="38100" dir="2700000" algn="tl">
                  <a:srgbClr val="000000"/>
                </a:outerShdw>
              </a:effectLst>
              <a:ea typeface="Cambria" panose="02040503050406030204" pitchFamily="18" charset="0"/>
            </a:endParaRPr>
          </a:p>
        </p:txBody>
      </p:sp>
      <p:sp>
        <p:nvSpPr>
          <p:cNvPr id="5" name="Slide Number Placeholder 3">
            <a:extLst>
              <a:ext uri="{FF2B5EF4-FFF2-40B4-BE49-F238E27FC236}">
                <a16:creationId xmlns:a16="http://schemas.microsoft.com/office/drawing/2014/main" id="{A5F05EC8-EB22-A38F-BC1C-BCB84E936CE1}"/>
              </a:ext>
            </a:extLst>
          </p:cNvPr>
          <p:cNvSpPr>
            <a:spLocks noGrp="1"/>
          </p:cNvSpPr>
          <p:nvPr>
            <p:ph type="sldNum" sz="quarter" idx="12"/>
          </p:nvPr>
        </p:nvSpPr>
        <p:spPr/>
        <p:txBody>
          <a:bodyPr/>
          <a:lstStyle/>
          <a:p>
            <a:pPr>
              <a:defRPr/>
            </a:pPr>
            <a:fld id="{F58469E0-F1FB-4C0B-81AD-511CF33078D1}" type="slidenum">
              <a:rPr lang="en-US" smtClean="0"/>
              <a:pPr>
                <a:defRPr/>
              </a:pPr>
              <a:t>24</a:t>
            </a:fld>
            <a:endParaRPr lang="en-US" dirty="0"/>
          </a:p>
        </p:txBody>
      </p:sp>
      <p:sp>
        <p:nvSpPr>
          <p:cNvPr id="888836" name="Rectangle 4">
            <a:extLst>
              <a:ext uri="{FF2B5EF4-FFF2-40B4-BE49-F238E27FC236}">
                <a16:creationId xmlns:a16="http://schemas.microsoft.com/office/drawing/2014/main" id="{65EF75B1-FB51-B74D-7D7B-9855674D145B}"/>
              </a:ext>
            </a:extLst>
          </p:cNvPr>
          <p:cNvSpPr>
            <a:spLocks noChangeArrowheads="1"/>
          </p:cNvSpPr>
          <p:nvPr/>
        </p:nvSpPr>
        <p:spPr bwMode="auto">
          <a:xfrm>
            <a:off x="838200" y="4038600"/>
            <a:ext cx="11049000" cy="170816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head</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FFFFFF"/>
              </a:solidFill>
              <a:effectLst/>
              <a:highlight>
                <a:srgbClr val="000000"/>
              </a:highlight>
              <a:latin typeface="Consolas" panose="020B0609020204030204" pitchFamily="49" charset="0"/>
            </a:endParaRPr>
          </a:p>
          <a:p>
            <a:r>
              <a:rPr lang="en-US" sz="2100" b="0" dirty="0">
                <a:solidFill>
                  <a:srgbClr val="FFFFFF"/>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meta</a:t>
            </a:r>
            <a:r>
              <a:rPr lang="en-US" sz="2100" b="0" dirty="0">
                <a:solidFill>
                  <a:srgbClr val="FFFFFF"/>
                </a:solidFill>
                <a:effectLst/>
                <a:highlight>
                  <a:srgbClr val="000000"/>
                </a:highlight>
                <a:latin typeface="Consolas" panose="020B0609020204030204" pitchFamily="49" charset="0"/>
              </a:rPr>
              <a:t> </a:t>
            </a:r>
            <a:r>
              <a:rPr lang="en-US" sz="2100" b="0" dirty="0">
                <a:solidFill>
                  <a:srgbClr val="9CDCFE"/>
                </a:solidFill>
                <a:effectLst/>
                <a:highlight>
                  <a:srgbClr val="000000"/>
                </a:highlight>
                <a:latin typeface="Consolas" panose="020B0609020204030204" pitchFamily="49" charset="0"/>
              </a:rPr>
              <a:t>charset</a:t>
            </a:r>
            <a:r>
              <a:rPr lang="en-US" sz="2100" b="0" dirty="0">
                <a:solidFill>
                  <a:srgbClr val="FFFFFF"/>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"UTF-8"</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FFFFFF"/>
              </a:solidFill>
              <a:effectLst/>
              <a:highlight>
                <a:srgbClr val="000000"/>
              </a:highlight>
              <a:latin typeface="Consolas" panose="020B0609020204030204" pitchFamily="49" charset="0"/>
            </a:endParaRPr>
          </a:p>
          <a:p>
            <a:r>
              <a:rPr lang="en-US" sz="2100" b="0" dirty="0">
                <a:solidFill>
                  <a:srgbClr val="FFFFFF"/>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meta</a:t>
            </a:r>
            <a:r>
              <a:rPr lang="en-US" sz="2100" b="0" dirty="0">
                <a:solidFill>
                  <a:srgbClr val="FFFFFF"/>
                </a:solidFill>
                <a:effectLst/>
                <a:highlight>
                  <a:srgbClr val="000000"/>
                </a:highlight>
                <a:latin typeface="Consolas" panose="020B0609020204030204" pitchFamily="49" charset="0"/>
              </a:rPr>
              <a:t> </a:t>
            </a:r>
            <a:r>
              <a:rPr lang="en-US" sz="2100" b="0" dirty="0">
                <a:solidFill>
                  <a:srgbClr val="9CDCFE"/>
                </a:solidFill>
                <a:effectLst/>
                <a:highlight>
                  <a:srgbClr val="000000"/>
                </a:highlight>
                <a:latin typeface="Consolas" panose="020B0609020204030204" pitchFamily="49" charset="0"/>
              </a:rPr>
              <a:t>name</a:t>
            </a:r>
            <a:r>
              <a:rPr lang="en-US" sz="2100" b="0" dirty="0">
                <a:solidFill>
                  <a:srgbClr val="FFFFFF"/>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"viewport"</a:t>
            </a:r>
            <a:r>
              <a:rPr lang="en-US" sz="2100" b="0" dirty="0">
                <a:solidFill>
                  <a:srgbClr val="FFFFFF"/>
                </a:solidFill>
                <a:effectLst/>
                <a:highlight>
                  <a:srgbClr val="000000"/>
                </a:highlight>
                <a:latin typeface="Consolas" panose="020B0609020204030204" pitchFamily="49" charset="0"/>
              </a:rPr>
              <a:t> </a:t>
            </a:r>
            <a:r>
              <a:rPr lang="en-US" sz="2100" b="0" dirty="0">
                <a:solidFill>
                  <a:srgbClr val="9CDCFE"/>
                </a:solidFill>
                <a:effectLst/>
                <a:highlight>
                  <a:srgbClr val="000000"/>
                </a:highlight>
                <a:latin typeface="Consolas" panose="020B0609020204030204" pitchFamily="49" charset="0"/>
              </a:rPr>
              <a:t>content</a:t>
            </a:r>
            <a:r>
              <a:rPr lang="en-US" sz="2100" b="0" dirty="0">
                <a:solidFill>
                  <a:srgbClr val="FFFFFF"/>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"width=device-width, initial-scale=1.0"</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FFFFFF"/>
              </a:solidFill>
              <a:effectLst/>
              <a:highlight>
                <a:srgbClr val="000000"/>
              </a:highlight>
              <a:latin typeface="Consolas" panose="020B0609020204030204" pitchFamily="49" charset="0"/>
            </a:endParaRPr>
          </a:p>
          <a:p>
            <a:r>
              <a:rPr lang="en-US" sz="2100" b="0" dirty="0">
                <a:solidFill>
                  <a:srgbClr val="FFFFFF"/>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title</a:t>
            </a:r>
            <a:r>
              <a:rPr lang="en-US" sz="2100" b="0" dirty="0">
                <a:solidFill>
                  <a:srgbClr val="808080"/>
                </a:solidFill>
                <a:effectLst/>
                <a:highlight>
                  <a:srgbClr val="000000"/>
                </a:highlight>
                <a:latin typeface="Consolas" panose="020B0609020204030204" pitchFamily="49" charset="0"/>
              </a:rPr>
              <a:t>&gt;</a:t>
            </a:r>
            <a:r>
              <a:rPr lang="en-US" sz="2100" b="0" dirty="0">
                <a:solidFill>
                  <a:srgbClr val="FFFFFF"/>
                </a:solidFill>
                <a:effectLst/>
                <a:highlight>
                  <a:srgbClr val="000000"/>
                </a:highlight>
                <a:latin typeface="Consolas" panose="020B0609020204030204" pitchFamily="49" charset="0"/>
              </a:rPr>
              <a:t>Document</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title</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FFFFFF"/>
              </a:solidFill>
              <a:effectLst/>
              <a:highlight>
                <a:srgbClr val="000000"/>
              </a:highlight>
              <a:latin typeface="Consolas" panose="020B0609020204030204" pitchFamily="49" charset="0"/>
            </a:endParaRPr>
          </a:p>
          <a:p>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head</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FFFFFF"/>
              </a:solidFill>
              <a:effectLst/>
              <a:highlight>
                <a:srgbClr val="000000"/>
              </a:highlight>
              <a:latin typeface="Consolas" panose="020B06090202040302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a:defRPr/>
            </a:pPr>
            <a:r>
              <a:rPr lang="en-US" b="1" dirty="0">
                <a:latin typeface="Cambria" panose="02040503050406030204" pitchFamily="18" charset="0"/>
                <a:ea typeface="Cambria" panose="02040503050406030204" pitchFamily="18" charset="0"/>
              </a:rPr>
              <a:t>&lt;head&gt; </a:t>
            </a:r>
            <a:r>
              <a:rPr lang="en-US" b="1" dirty="0">
                <a:solidFill>
                  <a:srgbClr val="FF0000"/>
                </a:solidFill>
                <a:latin typeface="Cambria" panose="02040503050406030204" pitchFamily="18" charset="0"/>
                <a:ea typeface="Cambria" panose="02040503050406030204" pitchFamily="18" charset="0"/>
              </a:rPr>
              <a:t>Section: &lt;script&gt;</a:t>
            </a:r>
          </a:p>
        </p:txBody>
      </p:sp>
      <p:sp>
        <p:nvSpPr>
          <p:cNvPr id="890883" name="Rectangle 3"/>
          <p:cNvSpPr>
            <a:spLocks noGrp="1" noChangeArrowheads="1"/>
          </p:cNvSpPr>
          <p:nvPr>
            <p:ph idx="1"/>
          </p:nvPr>
        </p:nvSpPr>
        <p:spPr>
          <a:xfrm>
            <a:off x="838200" y="1614488"/>
            <a:ext cx="10668000" cy="4938712"/>
          </a:xfrm>
        </p:spPr>
        <p:txBody>
          <a:bodyPr>
            <a:noAutofit/>
          </a:bodyPr>
          <a:lstStyle/>
          <a:p>
            <a:pPr>
              <a:lnSpc>
                <a:spcPct val="100000"/>
              </a:lnSpc>
              <a:defRPr/>
            </a:pPr>
            <a:r>
              <a:rPr lang="en-US" sz="2800" dirty="0">
                <a:latin typeface="Cambria" panose="02040503050406030204" pitchFamily="18" charset="0"/>
                <a:ea typeface="Cambria" panose="02040503050406030204" pitchFamily="18" charset="0"/>
              </a:rPr>
              <a:t>The </a:t>
            </a:r>
            <a:r>
              <a:rPr lang="en-US" sz="2800" dirty="0">
                <a:latin typeface="Cambria" panose="02040503050406030204" pitchFamily="18" charset="0"/>
                <a:ea typeface="Cambria" panose="02040503050406030204" pitchFamily="18" charset="0"/>
                <a:cs typeface="Consolas" panose="020B0609020204030204" pitchFamily="49" charset="0"/>
              </a:rPr>
              <a:t>&lt;script&gt; </a:t>
            </a:r>
            <a:r>
              <a:rPr lang="en-US" sz="2800" dirty="0">
                <a:latin typeface="Cambria" panose="02040503050406030204" pitchFamily="18" charset="0"/>
                <a:ea typeface="Cambria" panose="02040503050406030204" pitchFamily="18" charset="0"/>
              </a:rPr>
              <a:t>element is used to embed scripts into an HTML document</a:t>
            </a:r>
          </a:p>
          <a:p>
            <a:pPr lvl="1">
              <a:lnSpc>
                <a:spcPct val="100000"/>
              </a:lnSpc>
              <a:defRPr/>
            </a:pPr>
            <a:r>
              <a:rPr lang="en-US" sz="2800" dirty="0">
                <a:latin typeface="Cambria" panose="02040503050406030204" pitchFamily="18" charset="0"/>
                <a:ea typeface="Cambria" panose="02040503050406030204" pitchFamily="18" charset="0"/>
              </a:rPr>
              <a:t>Script are executed in the client's Web browser</a:t>
            </a:r>
          </a:p>
          <a:p>
            <a:pPr lvl="1">
              <a:lnSpc>
                <a:spcPct val="100000"/>
              </a:lnSpc>
              <a:defRPr/>
            </a:pPr>
            <a:r>
              <a:rPr lang="en-US" sz="2800" dirty="0">
                <a:latin typeface="Cambria" panose="02040503050406030204" pitchFamily="18" charset="0"/>
                <a:ea typeface="Cambria" panose="02040503050406030204" pitchFamily="18" charset="0"/>
              </a:rPr>
              <a:t>Scripts can live in the </a:t>
            </a:r>
            <a:r>
              <a:rPr lang="en-US" sz="2800" dirty="0">
                <a:latin typeface="Cambria" panose="02040503050406030204" pitchFamily="18" charset="0"/>
                <a:ea typeface="Cambria" panose="02040503050406030204" pitchFamily="18" charset="0"/>
                <a:cs typeface="Consolas" panose="020B0609020204030204" pitchFamily="49" charset="0"/>
              </a:rPr>
              <a:t>&lt;head&gt;</a:t>
            </a:r>
            <a:r>
              <a:rPr lang="en-US" sz="2800" dirty="0">
                <a:latin typeface="Cambria" panose="02040503050406030204" pitchFamily="18" charset="0"/>
                <a:ea typeface="Cambria" panose="02040503050406030204" pitchFamily="18" charset="0"/>
              </a:rPr>
              <a:t> and in the </a:t>
            </a:r>
            <a:r>
              <a:rPr lang="en-US" sz="2800" dirty="0">
                <a:latin typeface="Cambria" panose="02040503050406030204" pitchFamily="18" charset="0"/>
                <a:ea typeface="Cambria" panose="02040503050406030204" pitchFamily="18" charset="0"/>
                <a:cs typeface="Consolas" panose="020B0609020204030204" pitchFamily="49" charset="0"/>
              </a:rPr>
              <a:t>&lt;body&gt;</a:t>
            </a:r>
            <a:r>
              <a:rPr lang="en-US" sz="2800" dirty="0">
                <a:latin typeface="Cambria" panose="02040503050406030204" pitchFamily="18" charset="0"/>
                <a:ea typeface="Cambria" panose="02040503050406030204" pitchFamily="18" charset="0"/>
              </a:rPr>
              <a:t> sections</a:t>
            </a:r>
          </a:p>
          <a:p>
            <a:pPr>
              <a:lnSpc>
                <a:spcPct val="150000"/>
              </a:lnSpc>
              <a:defRPr/>
            </a:pPr>
            <a:r>
              <a:rPr lang="en-US" sz="2800" dirty="0">
                <a:latin typeface="Cambria" panose="02040503050406030204" pitchFamily="18" charset="0"/>
                <a:ea typeface="Cambria" panose="02040503050406030204" pitchFamily="18" charset="0"/>
              </a:rPr>
              <a:t>Supported</a:t>
            </a:r>
            <a:r>
              <a:rPr lang="en-US" sz="2800" b="1" dirty="0">
                <a:gradFill>
                  <a:gsLst>
                    <a:gs pos="0">
                      <a:srgbClr val="7B32B2"/>
                    </a:gs>
                    <a:gs pos="100000">
                      <a:srgbClr val="401A5D"/>
                    </a:gs>
                  </a:gsLst>
                  <a:lin scaled="0"/>
                </a:gradFill>
                <a:latin typeface="Cambria" panose="02040503050406030204" pitchFamily="18" charset="0"/>
                <a:ea typeface="Cambria" panose="02040503050406030204" pitchFamily="18" charset="0"/>
              </a:rPr>
              <a:t> client-side scripting languages</a:t>
            </a:r>
            <a:r>
              <a:rPr lang="en-US" sz="2800" dirty="0">
                <a:latin typeface="Cambria" panose="02040503050406030204" pitchFamily="18" charset="0"/>
                <a:ea typeface="Cambria" panose="02040503050406030204" pitchFamily="18" charset="0"/>
              </a:rPr>
              <a:t>:</a:t>
            </a:r>
          </a:p>
          <a:p>
            <a:pPr lvl="1">
              <a:lnSpc>
                <a:spcPct val="100000"/>
              </a:lnSpc>
              <a:defRPr/>
            </a:pPr>
            <a:r>
              <a:rPr lang="en-US" sz="2800" dirty="0">
                <a:latin typeface="Cambria" panose="02040503050406030204" pitchFamily="18" charset="0"/>
                <a:ea typeface="Cambria" panose="02040503050406030204" pitchFamily="18" charset="0"/>
              </a:rPr>
              <a:t>JavaScript (it is not Java!)</a:t>
            </a: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5394" name="Rectangle 2"/>
          <p:cNvSpPr>
            <a:spLocks noGrp="1" noChangeArrowheads="1"/>
          </p:cNvSpPr>
          <p:nvPr>
            <p:ph type="title"/>
          </p:nvPr>
        </p:nvSpPr>
        <p:spPr>
          <a:xfrm>
            <a:off x="2810328" y="259418"/>
            <a:ext cx="6571343" cy="779706"/>
          </a:xfrm>
        </p:spPr>
        <p:txBody>
          <a:bodyPr>
            <a:normAutofit fontScale="90000"/>
          </a:bodyPr>
          <a:lstStyle/>
          <a:p>
            <a:pPr>
              <a:defRPr/>
            </a:pPr>
            <a:r>
              <a:rPr lang="en-US" b="1" dirty="0"/>
              <a:t>The &lt;script&gt; Tag – Example</a:t>
            </a:r>
            <a:endParaRPr lang="bg-BG" b="1" dirty="0"/>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26</a:t>
            </a:fld>
            <a:endParaRPr lang="en-US" dirty="0"/>
          </a:p>
        </p:txBody>
      </p:sp>
      <p:sp>
        <p:nvSpPr>
          <p:cNvPr id="955396" name="Rectangle 4"/>
          <p:cNvSpPr>
            <a:spLocks noChangeArrowheads="1"/>
          </p:cNvSpPr>
          <p:nvPr/>
        </p:nvSpPr>
        <p:spPr bwMode="auto">
          <a:xfrm>
            <a:off x="1066800" y="1524000"/>
            <a:ext cx="9372600" cy="529991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&lt;!DOCTYPE html&gt;</a:t>
            </a:r>
            <a:endPar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&lt;title&gt;JavaScript Example&lt;/title&gt;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&lt;script type="text/javascript"&gt;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function sayHello() {</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document.write("&lt;p&gt;Hello World!&lt;/p&gt;");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&lt;/script&gt;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&lt;script type=</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"text/javascript"&gt;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sayHello();</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&lt;/script&gt;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6" name="Rectangle 5"/>
          <p:cNvSpPr/>
          <p:nvPr/>
        </p:nvSpPr>
        <p:spPr>
          <a:xfrm>
            <a:off x="381000" y="885708"/>
            <a:ext cx="10515600" cy="1037079"/>
          </a:xfrm>
          <a:prstGeom prst="rect">
            <a:avLst/>
          </a:prstGeom>
        </p:spPr>
        <p:txBody>
          <a:bodyPr wrap="square">
            <a:spAutoFit/>
          </a:bodyPr>
          <a:lstStyle/>
          <a:p>
            <a:pPr marL="282575" indent="-282575" algn="r" eaLnBrk="0" hangingPunct="0">
              <a:lnSpc>
                <a:spcPts val="3800"/>
              </a:lnSpc>
              <a:spcBef>
                <a:spcPts val="600"/>
              </a:spcBef>
              <a:spcAft>
                <a:spcPts val="600"/>
              </a:spcAft>
              <a:buClr>
                <a:srgbClr val="46A6BD">
                  <a:lumMod val="40000"/>
                  <a:lumOff val="60000"/>
                </a:srgbClr>
              </a:buClr>
              <a:buSzPct val="70000"/>
              <a:tabLst>
                <a:tab pos="282575" algn="l"/>
              </a:tabLst>
            </a:pPr>
            <a:r>
              <a:rPr lang="en-US" sz="2800" dirty="0"/>
              <a:t>The &lt;</a:t>
            </a:r>
            <a:r>
              <a:rPr lang="en-US" sz="2800" i="1" dirty="0"/>
              <a:t>script</a:t>
            </a:r>
            <a:r>
              <a:rPr lang="en-US" sz="2800" dirty="0"/>
              <a:t>&gt; </a:t>
            </a:r>
            <a:r>
              <a:rPr lang="en-US" sz="2800" i="1" dirty="0"/>
              <a:t>tag</a:t>
            </a:r>
            <a:r>
              <a:rPr lang="en-US" sz="2800" dirty="0"/>
              <a:t> is used to embed a client-side </a:t>
            </a:r>
            <a:r>
              <a:rPr lang="en-US" sz="2800" i="1" dirty="0"/>
              <a:t>script</a:t>
            </a:r>
            <a:r>
              <a:rPr lang="en-US" sz="2800" dirty="0"/>
              <a:t> (JavaScript). </a:t>
            </a:r>
            <a:r>
              <a:rPr lang="en-US" sz="2800" b="1" dirty="0">
                <a:effectLst>
                  <a:outerShdw blurRad="38100" dist="38100" dir="2700000" algn="tl">
                    <a:srgbClr val="000000">
                      <a:alpha val="43137"/>
                    </a:srgbClr>
                  </a:outerShdw>
                </a:effectLst>
                <a:latin typeface="Corbel" panose="020B0503020204020204"/>
              </a:rPr>
              <a:t>scripts-example.html</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2930" name="Rectangle 2"/>
          <p:cNvSpPr>
            <a:spLocks noGrp="1" noChangeArrowheads="1"/>
          </p:cNvSpPr>
          <p:nvPr>
            <p:ph type="title"/>
          </p:nvPr>
        </p:nvSpPr>
        <p:spPr>
          <a:xfrm>
            <a:off x="2642132" y="243041"/>
            <a:ext cx="6571343" cy="1049235"/>
          </a:xfrm>
        </p:spPr>
        <p:txBody>
          <a:bodyPr/>
          <a:lstStyle/>
          <a:p>
            <a:pPr>
              <a:defRPr/>
            </a:pPr>
            <a:r>
              <a:rPr lang="en-US" dirty="0"/>
              <a:t>&lt;head&gt; Section: &lt;style&gt;</a:t>
            </a:r>
          </a:p>
        </p:txBody>
      </p:sp>
      <p:sp>
        <p:nvSpPr>
          <p:cNvPr id="892931" name="Rectangle 3"/>
          <p:cNvSpPr>
            <a:spLocks noGrp="1" noChangeArrowheads="1"/>
          </p:cNvSpPr>
          <p:nvPr>
            <p:ph idx="1"/>
          </p:nvPr>
        </p:nvSpPr>
        <p:spPr>
          <a:xfrm>
            <a:off x="1219200" y="1066801"/>
            <a:ext cx="9601200" cy="5505450"/>
          </a:xfrm>
        </p:spPr>
        <p:txBody>
          <a:bodyPr>
            <a:normAutofit/>
          </a:bodyPr>
          <a:lstStyle/>
          <a:p>
            <a:pPr>
              <a:buFont typeface="Wingdings" panose="05000000000000000000" pitchFamily="2" charset="2"/>
              <a:buChar char="v"/>
              <a:defRPr/>
            </a:pPr>
            <a:r>
              <a:rPr lang="en-US" dirty="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cs typeface="Consolas" panose="020B0609020204030204" pitchFamily="49" charset="0"/>
              </a:rPr>
              <a:t>&lt;style&gt;</a:t>
            </a:r>
            <a:r>
              <a:rPr lang="en-US" dirty="0">
                <a:latin typeface="Cambria" panose="02040503050406030204" pitchFamily="18" charset="0"/>
                <a:ea typeface="Cambria" panose="02040503050406030204" pitchFamily="18" charset="0"/>
              </a:rPr>
              <a:t> element embeds formatting information (CSS styles) into an HTML page</a:t>
            </a:r>
          </a:p>
        </p:txBody>
      </p:sp>
      <p:sp>
        <p:nvSpPr>
          <p:cNvPr id="8" name="Slide Number Placeholder 3"/>
          <p:cNvSpPr>
            <a:spLocks noGrp="1"/>
          </p:cNvSpPr>
          <p:nvPr>
            <p:ph type="sldNum" sz="quarter" idx="12"/>
          </p:nvPr>
        </p:nvSpPr>
        <p:spPr/>
        <p:txBody>
          <a:bodyPr/>
          <a:lstStyle/>
          <a:p>
            <a:pPr>
              <a:defRPr/>
            </a:pPr>
            <a:fld id="{58452FF4-89E3-4D1B-9927-2DBDC00E58D7}" type="slidenum">
              <a:rPr lang="en-US" smtClean="0"/>
              <a:t>27</a:t>
            </a:fld>
            <a:endParaRPr lang="en-US" dirty="0"/>
          </a:p>
        </p:txBody>
      </p:sp>
      <p:sp>
        <p:nvSpPr>
          <p:cNvPr id="892933" name="Rectangle 5"/>
          <p:cNvSpPr>
            <a:spLocks noChangeArrowheads="1"/>
          </p:cNvSpPr>
          <p:nvPr/>
        </p:nvSpPr>
        <p:spPr bwMode="auto">
          <a:xfrm>
            <a:off x="1783558" y="2057400"/>
            <a:ext cx="8167686" cy="470898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&lt;!DOCTYPE html&gt;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&lt;style type="text/css"&gt;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p { font-size: 12pt; line-height: 12pt; }</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p:first-letter { font-size: 200%; }</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span { text-transform: uppercase; }</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&lt;/style&gt;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&lt;p&gt;Styles demo.&lt;br /&gt;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&lt;span&gt;Test uppercase&lt;/span&gt;.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&lt;/p&gt;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7" name="Rectangle 6"/>
          <p:cNvSpPr/>
          <p:nvPr/>
        </p:nvSpPr>
        <p:spPr>
          <a:xfrm>
            <a:off x="6324600" y="2209800"/>
            <a:ext cx="3733800" cy="539058"/>
          </a:xfrm>
          <a:prstGeom prst="rect">
            <a:avLst/>
          </a:prstGeom>
        </p:spPr>
        <p:txBody>
          <a:bodyPr wrap="square">
            <a:spAutoFit/>
          </a:bodyPr>
          <a:lstStyle/>
          <a:p>
            <a:pPr marL="282575" indent="-282575" algn="r" eaLnBrk="0" hangingPunct="0">
              <a:lnSpc>
                <a:spcPts val="3800"/>
              </a:lnSpc>
              <a:spcBef>
                <a:spcPts val="600"/>
              </a:spcBef>
              <a:spcAft>
                <a:spcPts val="600"/>
              </a:spcAft>
              <a:buClr>
                <a:srgbClr val="46A6BD">
                  <a:lumMod val="40000"/>
                  <a:lumOff val="60000"/>
                </a:srgbClr>
              </a:buClr>
              <a:buSzPct val="70000"/>
              <a:tabLst>
                <a:tab pos="282575" algn="l"/>
              </a:tabLst>
            </a:pPr>
            <a:r>
              <a:rPr lang="en-US" sz="2400" b="1" dirty="0">
                <a:effectLst>
                  <a:outerShdw blurRad="38100" dist="38100" dir="2700000" algn="tl">
                    <a:srgbClr val="000000">
                      <a:alpha val="43137"/>
                    </a:srgbClr>
                  </a:outerShdw>
                </a:effectLst>
                <a:latin typeface="Corbel" panose="020B0503020204020204"/>
              </a:rPr>
              <a:t>style-example.html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a:xfrm>
            <a:off x="2503941" y="300257"/>
            <a:ext cx="7249659" cy="1049235"/>
          </a:xfrm>
        </p:spPr>
        <p:txBody>
          <a:bodyPr>
            <a:normAutofit/>
          </a:bodyPr>
          <a:lstStyle/>
          <a:p>
            <a:pPr>
              <a:defRPr/>
            </a:pPr>
            <a:r>
              <a:rPr lang="en-US" b="1" dirty="0"/>
              <a:t>&lt;body&gt; Section</a:t>
            </a:r>
          </a:p>
        </p:txBody>
      </p:sp>
      <p:sp>
        <p:nvSpPr>
          <p:cNvPr id="901123" name="Rectangle 3"/>
          <p:cNvSpPr>
            <a:spLocks noGrp="1" noChangeArrowheads="1"/>
          </p:cNvSpPr>
          <p:nvPr>
            <p:ph idx="1"/>
          </p:nvPr>
        </p:nvSpPr>
        <p:spPr>
          <a:xfrm>
            <a:off x="1066800" y="1295400"/>
            <a:ext cx="9380538" cy="5562600"/>
          </a:xfrm>
        </p:spPr>
        <p:txBody>
          <a:bodyPr>
            <a:normAutofit/>
          </a:bodyPr>
          <a:lstStyle/>
          <a:p>
            <a:pPr>
              <a:buFont typeface="Wingdings" panose="05000000000000000000" pitchFamily="2" charset="2"/>
              <a:buChar char="v"/>
              <a:defRPr/>
            </a:pPr>
            <a:r>
              <a:rPr lang="en-US" dirty="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cs typeface="Consolas" panose="020B0609020204030204" pitchFamily="49" charset="0"/>
              </a:rPr>
              <a:t>&lt;body&gt;</a:t>
            </a:r>
            <a:r>
              <a:rPr lang="en-US" dirty="0">
                <a:latin typeface="Cambria" panose="02040503050406030204" pitchFamily="18" charset="0"/>
                <a:ea typeface="Cambria" panose="02040503050406030204" pitchFamily="18" charset="0"/>
              </a:rPr>
              <a:t> section describes the </a:t>
            </a:r>
            <a:r>
              <a:rPr lang="en-US" i="1" dirty="0">
                <a:solidFill>
                  <a:srgbClr val="FF0000"/>
                </a:solidFill>
                <a:latin typeface="Cambria" panose="02040503050406030204" pitchFamily="18" charset="0"/>
                <a:ea typeface="Cambria" panose="02040503050406030204" pitchFamily="18" charset="0"/>
              </a:rPr>
              <a:t>viewable portion of the page</a:t>
            </a:r>
          </a:p>
          <a:p>
            <a:pPr>
              <a:buFont typeface="Wingdings" panose="05000000000000000000" pitchFamily="2" charset="2"/>
              <a:buChar char="v"/>
              <a:defRPr/>
            </a:pPr>
            <a:r>
              <a:rPr lang="en-US" dirty="0">
                <a:latin typeface="Cambria" panose="02040503050406030204" pitchFamily="18" charset="0"/>
                <a:ea typeface="Cambria" panose="02040503050406030204" pitchFamily="18" charset="0"/>
              </a:rPr>
              <a:t>Starts after the </a:t>
            </a:r>
            <a:r>
              <a:rPr lang="en-US" dirty="0">
                <a:latin typeface="Cambria" panose="02040503050406030204" pitchFamily="18" charset="0"/>
                <a:ea typeface="Cambria" panose="02040503050406030204" pitchFamily="18" charset="0"/>
                <a:cs typeface="Consolas" panose="020B0609020204030204" pitchFamily="49" charset="0"/>
              </a:rPr>
              <a:t>&lt;head&gt;</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onsolas" panose="020B0609020204030204" pitchFamily="49" charset="0"/>
              </a:rPr>
              <a:t>&lt;/head&gt;</a:t>
            </a:r>
            <a:r>
              <a:rPr lang="en-US" dirty="0">
                <a:latin typeface="Cambria" panose="02040503050406030204" pitchFamily="18" charset="0"/>
                <a:ea typeface="Cambria" panose="02040503050406030204" pitchFamily="18" charset="0"/>
              </a:rPr>
              <a:t> section</a:t>
            </a:r>
          </a:p>
          <a:p>
            <a:pPr>
              <a:buFont typeface="Wingdings" panose="05000000000000000000" pitchFamily="2" charset="2"/>
              <a:buChar char="v"/>
              <a:defRPr/>
            </a:pPr>
            <a:r>
              <a:rPr lang="en-US" dirty="0">
                <a:latin typeface="Cambria" panose="02040503050406030204" pitchFamily="18" charset="0"/>
                <a:ea typeface="Cambria" panose="02040503050406030204" pitchFamily="18" charset="0"/>
              </a:rPr>
              <a:t>Begins with </a:t>
            </a:r>
            <a:r>
              <a:rPr lang="en-US" dirty="0">
                <a:latin typeface="Cambria" panose="02040503050406030204" pitchFamily="18" charset="0"/>
                <a:ea typeface="Cambria" panose="02040503050406030204" pitchFamily="18" charset="0"/>
                <a:cs typeface="Consolas" panose="020B0609020204030204" pitchFamily="49" charset="0"/>
              </a:rPr>
              <a:t>&lt;body&gt;</a:t>
            </a:r>
            <a:r>
              <a:rPr lang="en-US" dirty="0">
                <a:latin typeface="Cambria" panose="02040503050406030204" pitchFamily="18" charset="0"/>
                <a:ea typeface="Cambria" panose="02040503050406030204" pitchFamily="18" charset="0"/>
              </a:rPr>
              <a:t> and ends with </a:t>
            </a:r>
            <a:r>
              <a:rPr lang="en-US" dirty="0">
                <a:latin typeface="Cambria" panose="02040503050406030204" pitchFamily="18" charset="0"/>
                <a:ea typeface="Cambria" panose="02040503050406030204" pitchFamily="18" charset="0"/>
                <a:cs typeface="Consolas" panose="020B0609020204030204" pitchFamily="49" charset="0"/>
              </a:rPr>
              <a:t>&lt;/body&gt;</a:t>
            </a:r>
          </a:p>
        </p:txBody>
      </p:sp>
      <p:sp>
        <p:nvSpPr>
          <p:cNvPr id="5" name="Slide Number Placeholder 3"/>
          <p:cNvSpPr>
            <a:spLocks noGrp="1"/>
          </p:cNvSpPr>
          <p:nvPr>
            <p:ph type="sldNum" sz="quarter" idx="12"/>
          </p:nvPr>
        </p:nvSpPr>
        <p:spPr/>
        <p:txBody>
          <a:bodyPr/>
          <a:lstStyle/>
          <a:p>
            <a:pPr>
              <a:defRPr/>
            </a:pPr>
            <a:fld id="{58452FF4-89E3-4D1B-9927-2DBDC00E58D7}" type="slidenum">
              <a:rPr lang="en-US" smtClean="0"/>
              <a:t>28</a:t>
            </a:fld>
            <a:endParaRPr lang="en-US" dirty="0"/>
          </a:p>
        </p:txBody>
      </p:sp>
      <p:sp>
        <p:nvSpPr>
          <p:cNvPr id="901124" name="Rectangle 4"/>
          <p:cNvSpPr>
            <a:spLocks noChangeArrowheads="1"/>
          </p:cNvSpPr>
          <p:nvPr/>
        </p:nvSpPr>
        <p:spPr bwMode="auto">
          <a:xfrm>
            <a:off x="1524000" y="3261276"/>
            <a:ext cx="7769224" cy="2529923"/>
          </a:xfrm>
          <a:prstGeom prst="rect">
            <a:avLst/>
          </a:prstGeom>
          <a:solidFill>
            <a:schemeClr val="tx2">
              <a:lumMod val="75000"/>
              <a:alpha val="15000"/>
            </a:schemeClr>
          </a:solidFill>
          <a:ln w="12700">
            <a:solidFill>
              <a:srgbClr val="F6AF2E"/>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&lt;head&gt;&lt;title&gt;Test page&lt;/title&gt;&lt;/head&gt;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a:t>
            </a:r>
            <a:r>
              <a:rPr lang="en-US" sz="2400" b="1" noProof="1">
                <a:solidFill>
                  <a:srgbClr val="00B05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&lt;body&gt;</a:t>
            </a:r>
          </a:p>
          <a:p>
            <a:pPr eaLnBrk="0" hangingPunct="0">
              <a:lnSpc>
                <a:spcPct val="110000"/>
              </a:lnSpc>
              <a:buClr>
                <a:schemeClr val="accent5">
                  <a:lumMod val="40000"/>
                  <a:lumOff val="60000"/>
                </a:schemeClr>
              </a:buClr>
              <a:buSzPct val="70000"/>
              <a:defRPr/>
            </a:pPr>
            <a:r>
              <a:rPr lang="en-US" sz="2400" b="1" noProof="1">
                <a:solidFill>
                  <a:srgbClr val="00B05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 This is the Web page body --&gt;</a:t>
            </a:r>
          </a:p>
          <a:p>
            <a:pPr eaLnBrk="0" hangingPunct="0">
              <a:lnSpc>
                <a:spcPct val="110000"/>
              </a:lnSpc>
              <a:buClr>
                <a:schemeClr val="accent5">
                  <a:lumMod val="40000"/>
                  <a:lumOff val="60000"/>
                </a:schemeClr>
              </a:buClr>
              <a:buSzPct val="70000"/>
              <a:defRPr/>
            </a:pPr>
            <a:r>
              <a:rPr lang="en-US" sz="2400" b="1" noProof="1">
                <a:solidFill>
                  <a:srgbClr val="00B05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pPr>
              <a:defRPr/>
            </a:pPr>
            <a:r>
              <a:rPr lang="en-US" b="1" dirty="0">
                <a:latin typeface="Cambria" panose="02040503050406030204" pitchFamily="18" charset="0"/>
                <a:ea typeface="Cambria" panose="02040503050406030204" pitchFamily="18" charset="0"/>
              </a:rPr>
              <a:t>Comments: &lt;!-- --&gt; Tag</a:t>
            </a:r>
          </a:p>
        </p:txBody>
      </p:sp>
      <p:sp>
        <p:nvSpPr>
          <p:cNvPr id="894979" name="Rectangle 3"/>
          <p:cNvSpPr>
            <a:spLocks noGrp="1" noChangeArrowheads="1"/>
          </p:cNvSpPr>
          <p:nvPr>
            <p:ph idx="1"/>
          </p:nvPr>
        </p:nvSpPr>
        <p:spPr>
          <a:xfrm>
            <a:off x="1219200" y="1447801"/>
            <a:ext cx="9334500" cy="5566584"/>
          </a:xfrm>
        </p:spPr>
        <p:txBody>
          <a:bodyPr>
            <a:normAutofit/>
          </a:bodyPr>
          <a:lstStyle/>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Comments can exist anywhere between the </a:t>
            </a:r>
            <a:r>
              <a:rPr lang="en-US" sz="2800" dirty="0">
                <a:latin typeface="Cambria" panose="02040503050406030204" pitchFamily="18" charset="0"/>
                <a:ea typeface="Cambria" panose="02040503050406030204" pitchFamily="18" charset="0"/>
                <a:cs typeface="Consolas" panose="020B0609020204030204" pitchFamily="49" charset="0"/>
              </a:rPr>
              <a:t>&lt;html&gt;&lt;/html&gt; </a:t>
            </a:r>
            <a:r>
              <a:rPr lang="en-US" sz="2800" dirty="0">
                <a:latin typeface="Cambria" panose="02040503050406030204" pitchFamily="18" charset="0"/>
                <a:ea typeface="Cambria" panose="02040503050406030204" pitchFamily="18" charset="0"/>
              </a:rPr>
              <a:t>tags</a:t>
            </a:r>
          </a:p>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Comments start with </a:t>
            </a:r>
            <a:r>
              <a:rPr lang="en-US" sz="2800" dirty="0">
                <a:latin typeface="Cambria" panose="02040503050406030204" pitchFamily="18" charset="0"/>
                <a:ea typeface="Cambria" panose="02040503050406030204" pitchFamily="18" charset="0"/>
                <a:cs typeface="Consolas" panose="020B0609020204030204" pitchFamily="49" charset="0"/>
              </a:rPr>
              <a:t>&lt;!--</a:t>
            </a:r>
            <a:r>
              <a:rPr lang="en-US" sz="2800" dirty="0">
                <a:latin typeface="Cambria" panose="02040503050406030204" pitchFamily="18" charset="0"/>
                <a:ea typeface="Cambria" panose="02040503050406030204" pitchFamily="18" charset="0"/>
              </a:rPr>
              <a:t> and end with </a:t>
            </a:r>
            <a:r>
              <a:rPr lang="en-US" sz="2800" dirty="0">
                <a:latin typeface="Cambria" panose="02040503050406030204" pitchFamily="18" charset="0"/>
                <a:ea typeface="Cambria" panose="02040503050406030204" pitchFamily="18" charset="0"/>
                <a:cs typeface="Consolas" panose="020B0609020204030204" pitchFamily="49" charset="0"/>
              </a:rPr>
              <a:t>--&gt;</a:t>
            </a:r>
          </a:p>
        </p:txBody>
      </p:sp>
      <p:sp>
        <p:nvSpPr>
          <p:cNvPr id="5" name="Slide Number Placeholder 3"/>
          <p:cNvSpPr>
            <a:spLocks noGrp="1"/>
          </p:cNvSpPr>
          <p:nvPr>
            <p:ph type="sldNum" sz="quarter" idx="12"/>
          </p:nvPr>
        </p:nvSpPr>
        <p:spPr/>
        <p:txBody>
          <a:bodyPr/>
          <a:lstStyle/>
          <a:p>
            <a:pPr>
              <a:defRPr/>
            </a:pPr>
            <a:fld id="{58452FF4-89E3-4D1B-9927-2DBDC00E58D7}" type="slidenum">
              <a:rPr lang="en-US" smtClean="0"/>
              <a:t>29</a:t>
            </a:fld>
            <a:endParaRPr lang="en-US" dirty="0"/>
          </a:p>
        </p:txBody>
      </p:sp>
      <p:sp>
        <p:nvSpPr>
          <p:cNvPr id="894980" name="Rectangle 4"/>
          <p:cNvSpPr>
            <a:spLocks noChangeArrowheads="1"/>
          </p:cNvSpPr>
          <p:nvPr/>
        </p:nvSpPr>
        <p:spPr bwMode="auto">
          <a:xfrm>
            <a:off x="1828800" y="3276600"/>
            <a:ext cx="8151813" cy="291381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i="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 Telerik Logo (a JPG file) --&gt;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&lt;img src="logo.jpg" alt=“Telerik Logo"&gt;</a:t>
            </a:r>
          </a:p>
          <a:p>
            <a:pPr eaLnBrk="0" hangingPunct="0">
              <a:lnSpc>
                <a:spcPct val="110000"/>
              </a:lnSpc>
              <a:buClr>
                <a:schemeClr val="accent5">
                  <a:lumMod val="40000"/>
                  <a:lumOff val="60000"/>
                </a:schemeClr>
              </a:buClr>
              <a:buSzPct val="70000"/>
              <a:defRPr/>
            </a:pPr>
            <a:r>
              <a:rPr lang="en-US" sz="2400" b="1" i="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 Hyperlink to the web site --&gt;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href="http://telerik.com/"&gt;Telerik&lt;/a&gt;</a:t>
            </a:r>
          </a:p>
          <a:p>
            <a:pPr eaLnBrk="0" hangingPunct="0">
              <a:lnSpc>
                <a:spcPct val="110000"/>
              </a:lnSpc>
              <a:buClr>
                <a:schemeClr val="accent5">
                  <a:lumMod val="40000"/>
                  <a:lumOff val="60000"/>
                </a:schemeClr>
              </a:buClr>
              <a:buSzPct val="70000"/>
              <a:defRPr/>
            </a:pPr>
            <a:r>
              <a:rPr lang="en-US" sz="2400" b="1" i="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 Show the news table --&gt;</a:t>
            </a:r>
          </a:p>
          <a:p>
            <a:pPr eaLnBrk="0" hangingPunct="0">
              <a:lnSpc>
                <a:spcPct val="1100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 class="newstable"&gt;</a:t>
            </a:r>
          </a:p>
          <a:p>
            <a:pPr eaLnBrk="0" hangingPunct="0">
              <a:lnSpc>
                <a:spcPct val="110000"/>
              </a:lnSpc>
              <a:buClr>
                <a:schemeClr val="accent5">
                  <a:lumMod val="40000"/>
                  <a:lumOff val="60000"/>
                </a:schemeClr>
              </a:buClr>
              <a:buSzPct val="70000"/>
              <a:defRPr/>
            </a:pPr>
            <a:r>
              <a:rPr lang="en-US" sz="2400" b="1" noProof="1">
                <a:solidFill>
                  <a:srgbClr val="8CF4F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a:xfrm>
            <a:off x="3935413" y="15168"/>
            <a:ext cx="6553200" cy="909637"/>
          </a:xfrm>
        </p:spPr>
        <p:txBody>
          <a:bodyPr anchor="ctr" anchorCtr="0">
            <a:noAutofit/>
          </a:bodyPr>
          <a:lstStyle/>
          <a:p>
            <a:pPr eaLnBrk="0" hangingPunct="0">
              <a:lnSpc>
                <a:spcPts val="4000"/>
              </a:lnSpc>
              <a:defRPr/>
            </a:pPr>
            <a:r>
              <a:rPr lang="en-US" sz="4000" dirty="0">
                <a:effectLst>
                  <a:outerShdw blurRad="38100" dist="38100" dir="2700000" algn="tl">
                    <a:srgbClr val="000000">
                      <a:alpha val="43137"/>
                    </a:srgbClr>
                  </a:outerShdw>
                  <a:reflection blurRad="12700" stA="20000" endPos="50000" dist="12700" dir="5400000" sy="-100000" algn="bl" rotWithShape="0"/>
                </a:effectLst>
                <a:latin typeface="Cambria" panose="02040503050406030204" pitchFamily="18" charset="0"/>
                <a:ea typeface="Cambria" panose="02040503050406030204" pitchFamily="18" charset="0"/>
              </a:rPr>
              <a:t>Text Formatting</a:t>
            </a:r>
          </a:p>
        </p:txBody>
      </p:sp>
      <p:sp>
        <p:nvSpPr>
          <p:cNvPr id="909315" name="Rectangle 3"/>
          <p:cNvSpPr>
            <a:spLocks noGrp="1" noChangeArrowheads="1"/>
          </p:cNvSpPr>
          <p:nvPr>
            <p:ph type="body" sz="half" idx="1"/>
          </p:nvPr>
        </p:nvSpPr>
        <p:spPr>
          <a:xfrm>
            <a:off x="1066800" y="1219200"/>
            <a:ext cx="9371012" cy="5741988"/>
          </a:xfrm>
        </p:spPr>
        <p:txBody>
          <a:bodyPr>
            <a:normAutofit/>
          </a:bodyPr>
          <a:lstStyle/>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Text formatting tags modify the text </a:t>
            </a:r>
            <a:r>
              <a:rPr lang="en-US" sz="2800" b="1" i="1" dirty="0">
                <a:latin typeface="Cambria" panose="02040503050406030204" pitchFamily="18" charset="0"/>
                <a:ea typeface="Cambria" panose="02040503050406030204" pitchFamily="18" charset="0"/>
              </a:rPr>
              <a:t>between the opening tag and the closing tag</a:t>
            </a:r>
          </a:p>
          <a:p>
            <a:pPr lvl="1">
              <a:defRPr/>
            </a:pPr>
            <a:r>
              <a:rPr lang="en-US" sz="2800" dirty="0">
                <a:latin typeface="Cambria" panose="02040503050406030204" pitchFamily="18" charset="0"/>
                <a:ea typeface="Cambria" panose="02040503050406030204" pitchFamily="18" charset="0"/>
              </a:rPr>
              <a:t>Ex. </a:t>
            </a:r>
            <a:r>
              <a:rPr lang="en-US" sz="2800" dirty="0">
                <a:latin typeface="Cambria" panose="02040503050406030204" pitchFamily="18" charset="0"/>
                <a:ea typeface="Cambria" panose="02040503050406030204" pitchFamily="18" charset="0"/>
                <a:cs typeface="Consolas" panose="020B0609020204030204" pitchFamily="49" charset="0"/>
              </a:rPr>
              <a:t>&lt;b&gt;Hello&lt;/b&gt;</a:t>
            </a:r>
            <a:r>
              <a:rPr lang="en-US" sz="2800" dirty="0">
                <a:latin typeface="Cambria" panose="02040503050406030204" pitchFamily="18" charset="0"/>
                <a:ea typeface="Cambria" panose="02040503050406030204" pitchFamily="18" charset="0"/>
              </a:rPr>
              <a:t> makes “Hello” bold</a:t>
            </a:r>
          </a:p>
        </p:txBody>
      </p:sp>
      <p:graphicFrame>
        <p:nvGraphicFramePr>
          <p:cNvPr id="909375" name="Group 63"/>
          <p:cNvGraphicFramePr>
            <a:graphicFrameLocks noGrp="1"/>
          </p:cNvGraphicFramePr>
          <p:nvPr>
            <p:ph sz="half" idx="2"/>
            <p:extLst>
              <p:ext uri="{D42A27DB-BD31-4B8C-83A1-F6EECF244321}">
                <p14:modId xmlns:p14="http://schemas.microsoft.com/office/powerpoint/2010/main" val="3099574618"/>
              </p:ext>
            </p:extLst>
          </p:nvPr>
        </p:nvGraphicFramePr>
        <p:xfrm>
          <a:off x="2286000" y="2667000"/>
          <a:ext cx="7543800" cy="3810000"/>
        </p:xfrm>
        <a:graphic>
          <a:graphicData uri="http://schemas.openxmlformats.org/drawingml/2006/table">
            <a:tbl>
              <a:tblPr>
                <a:tableStyleId>{284E427A-3D55-4303-BF80-6455036E1DE7}</a:tableStyleId>
              </a:tblPr>
              <a:tblGrid>
                <a:gridCol w="3886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&lt;b&gt;&lt;/b&gt;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bold</a:t>
                      </a:r>
                      <a:endParaRPr kumimoji="1" lang="en-US" sz="2000" b="1"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&lt;i&gt;&lt;/i&gt;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italicized</a:t>
                      </a:r>
                      <a:endParaRPr kumimoji="1" lang="en-US" sz="2000" b="0" i="1"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&lt;u&gt;&lt;/u&gt;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sng" strike="noStrike" cap="none" normalizeH="0" baseline="0" dirty="0">
                          <a:ln>
                            <a:noFill/>
                          </a:ln>
                          <a:effectLst/>
                        </a:rPr>
                        <a:t>underlined</a:t>
                      </a:r>
                      <a:endParaRPr kumimoji="1" lang="en-US" sz="2000" b="0" i="0" u="sng"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&lt;sup&gt;&lt;/sup&gt;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Sample</a:t>
                      </a:r>
                      <a:r>
                        <a:rPr kumimoji="1" lang="en-US" sz="2000" u="none" strike="noStrike" cap="none" normalizeH="0" baseline="30000" noProof="1">
                          <a:ln>
                            <a:noFill/>
                          </a:ln>
                          <a:effectLst/>
                        </a:rPr>
                        <a:t>superscript</a:t>
                      </a:r>
                      <a:endParaRPr kumimoji="1" lang="en-US" sz="2000" b="0" i="0" u="none" strike="noStrike" cap="none" normalizeH="0" baseline="30000" noProof="1">
                        <a:ln>
                          <a:noFill/>
                        </a:ln>
                        <a:solidFill>
                          <a:schemeClr val="tx1"/>
                        </a:solidFill>
                        <a:effectLst/>
                        <a:latin typeface="+mj-lt"/>
                        <a:cs typeface="Times New Roman" panose="02020603050405020304" pitchFamily="18" charset="0"/>
                      </a:endParaRPr>
                    </a:p>
                  </a:txBody>
                  <a:tcPr horzOverflow="overflow"/>
                </a:tc>
                <a:extLst>
                  <a:ext uri="{0D108BD9-81ED-4DB2-BD59-A6C34878D82A}">
                    <a16:rowId xmlns:a16="http://schemas.microsoft.com/office/drawing/2014/main" val="10003"/>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&lt;sub&gt;&lt;/sub&gt;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Sample</a:t>
                      </a:r>
                      <a:r>
                        <a:rPr kumimoji="1" lang="en-US" sz="2000" u="none" strike="noStrike" cap="none" normalizeH="0" baseline="-25000" noProof="1">
                          <a:ln>
                            <a:noFill/>
                          </a:ln>
                          <a:effectLst/>
                        </a:rPr>
                        <a:t>subscript</a:t>
                      </a:r>
                      <a:endParaRPr kumimoji="1" lang="en-US" sz="2000" b="0" i="0" u="none" strike="noStrike" cap="none" normalizeH="0" baseline="-25000" noProof="1">
                        <a:ln>
                          <a:noFill/>
                        </a:ln>
                        <a:solidFill>
                          <a:schemeClr val="tx1"/>
                        </a:solidFill>
                        <a:effectLst/>
                        <a:latin typeface="+mj-lt"/>
                      </a:endParaRPr>
                    </a:p>
                  </a:txBody>
                  <a:tcPr horzOverflow="overflow"/>
                </a:tc>
                <a:extLst>
                  <a:ext uri="{0D108BD9-81ED-4DB2-BD59-A6C34878D82A}">
                    <a16:rowId xmlns:a16="http://schemas.microsoft.com/office/drawing/2014/main" val="10004"/>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&lt;strong&gt;&lt;/strong&gt;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strong</a:t>
                      </a:r>
                      <a:endParaRPr kumimoji="1" lang="en-US" sz="2000" b="1"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5"/>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&lt;em&gt;&lt;/em&gt;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emphasized</a:t>
                      </a:r>
                      <a:endParaRPr kumimoji="1" lang="en-US" sz="2000" b="0" i="1"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6"/>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&lt;pre&gt;&lt;/pre&gt;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Preformatted text</a:t>
                      </a:r>
                      <a:endParaRPr kumimoji="1" lang="en-US" sz="2000" b="0"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7"/>
                  </a:ext>
                </a:extLst>
              </a:tr>
              <a:tr h="127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&lt;blockquote&gt;&lt;/blockquote&gt;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Quoted text block</a:t>
                      </a:r>
                      <a:endParaRPr kumimoji="1" lang="en-US" sz="2000" b="0" i="0" u="none" strike="no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8"/>
                  </a:ext>
                </a:extLst>
              </a:tr>
              <a:tr h="20955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noProof="1">
                          <a:ln>
                            <a:noFill/>
                          </a:ln>
                          <a:effectLst/>
                        </a:rPr>
                        <a:t>&lt;del&gt;&lt;/del&gt;</a:t>
                      </a:r>
                      <a:endParaRPr kumimoji="1" lang="en-US" sz="2000" b="1" i="0" u="none" strike="noStrike" cap="none" normalizeH="0" baseline="0" noProof="1">
                        <a:ln>
                          <a:noFill/>
                        </a:ln>
                        <a:solidFill>
                          <a:schemeClr val="tx1"/>
                        </a:solidFill>
                        <a:effectLst/>
                        <a:latin typeface="+mj-lt"/>
                        <a:cs typeface="Consolas" panose="020B0609020204030204" pitchFamily="49" charset="0"/>
                      </a:endParaRPr>
                    </a:p>
                  </a:txBody>
                  <a:tcPr horzOverflow="overflow"/>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000" u="none" strike="noStrike" cap="none" normalizeH="0" baseline="0" dirty="0">
                          <a:ln>
                            <a:noFill/>
                          </a:ln>
                          <a:effectLst/>
                        </a:rPr>
                        <a:t>Deleted text – </a:t>
                      </a:r>
                      <a:r>
                        <a:rPr kumimoji="1" lang="en-US" sz="2000" u="none" strike="sngStrike" cap="none" normalizeH="0" baseline="0" dirty="0">
                          <a:ln>
                            <a:noFill/>
                          </a:ln>
                          <a:effectLst/>
                        </a:rPr>
                        <a:t>strike through</a:t>
                      </a:r>
                      <a:endParaRPr kumimoji="1" lang="en-US" sz="2000" b="0" i="0" u="none" strike="sngStrike" cap="none" normalizeH="0" baseline="0" dirty="0">
                        <a:ln>
                          <a:noFill/>
                        </a:ln>
                        <a:solidFill>
                          <a:schemeClr val="tx1"/>
                        </a:solidFill>
                        <a:effectLst/>
                        <a:latin typeface="+mj-lt"/>
                      </a:endParaRPr>
                    </a:p>
                  </a:txBody>
                  <a:tcPr horzOverflow="overflow"/>
                </a:tc>
                <a:extLst>
                  <a:ext uri="{0D108BD9-81ED-4DB2-BD59-A6C34878D82A}">
                    <a16:rowId xmlns:a16="http://schemas.microsoft.com/office/drawing/2014/main" val="10009"/>
                  </a:ext>
                </a:extLst>
              </a:tr>
            </a:tbl>
          </a:graphicData>
        </a:graphic>
      </p:graphicFrame>
      <p:sp>
        <p:nvSpPr>
          <p:cNvPr id="5" name="Slide Number Placeholder 3"/>
          <p:cNvSpPr txBox="1"/>
          <p:nvPr/>
        </p:nvSpPr>
        <p:spPr>
          <a:xfrm>
            <a:off x="10134600" y="6553200"/>
            <a:ext cx="457200" cy="228600"/>
          </a:xfrm>
          <a:prstGeom prst="rect">
            <a:avLst/>
          </a:prstGeom>
        </p:spPr>
        <p:txBody>
          <a:bodyPr/>
          <a:lstStyle/>
          <a:p>
            <a:pPr algn="r" fontAlgn="base">
              <a:spcBef>
                <a:spcPct val="0"/>
              </a:spcBef>
              <a:spcAft>
                <a:spcPct val="0"/>
              </a:spcAft>
              <a:defRPr/>
            </a:pPr>
            <a:fld id="{58452FF4-89E3-4D1B-9927-2DBDC00E58D7}" type="slidenum">
              <a:rPr lang="en-US" sz="1100">
                <a:solidFill>
                  <a:srgbClr val="EBFFC2"/>
                </a:solidFill>
                <a:latin typeface="Corbel" panose="020B0503020204020204" pitchFamily="34" charset="0"/>
              </a:rPr>
              <a:t>30</a:t>
            </a:fld>
            <a:endParaRPr lang="en-US" sz="1100" dirty="0">
              <a:solidFill>
                <a:srgbClr val="EBFFC2"/>
              </a:solidFill>
              <a:latin typeface="Corbel" panose="020B0503020204020204"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a:xfrm>
            <a:off x="861646" y="178564"/>
            <a:ext cx="10515600" cy="1325563"/>
          </a:xfrm>
        </p:spPr>
        <p:txBody>
          <a:bodyPr/>
          <a:lstStyle/>
          <a:p>
            <a:pPr>
              <a:defRPr/>
            </a:pPr>
            <a:r>
              <a:rPr lang="en-US" b="1" dirty="0">
                <a:latin typeface="Cambria" panose="02040503050406030204" pitchFamily="18" charset="0"/>
                <a:ea typeface="Cambria" panose="02040503050406030204" pitchFamily="18" charset="0"/>
              </a:rPr>
              <a:t>Hyperlinks: &lt;a&gt; Tag</a:t>
            </a:r>
          </a:p>
        </p:txBody>
      </p:sp>
      <p:sp>
        <p:nvSpPr>
          <p:cNvPr id="913411" name="Rectangle 3"/>
          <p:cNvSpPr>
            <a:spLocks noGrp="1" noChangeArrowheads="1"/>
          </p:cNvSpPr>
          <p:nvPr>
            <p:ph idx="1"/>
          </p:nvPr>
        </p:nvSpPr>
        <p:spPr>
          <a:xfrm>
            <a:off x="990600" y="1447800"/>
            <a:ext cx="9525000" cy="5671789"/>
          </a:xfrm>
        </p:spPr>
        <p:txBody>
          <a:bodyPr>
            <a:normAutofit/>
          </a:bodyPr>
          <a:lstStyle/>
          <a:p>
            <a:pPr>
              <a:lnSpc>
                <a:spcPct val="100000"/>
              </a:lnSpc>
              <a:spcBef>
                <a:spcPts val="2400"/>
              </a:spcBef>
              <a:buFont typeface="Wingdings" panose="05000000000000000000" pitchFamily="2" charset="2"/>
              <a:buChar char="v"/>
              <a:defRPr/>
            </a:pPr>
            <a:r>
              <a:rPr lang="en-US" sz="2800" dirty="0"/>
              <a:t>Link to a document called </a:t>
            </a:r>
            <a:r>
              <a:rPr lang="en-US" sz="2800" dirty="0">
                <a:latin typeface="Consolas" panose="020B0609020204030204" pitchFamily="49" charset="0"/>
                <a:cs typeface="Consolas" panose="020B0609020204030204" pitchFamily="49" charset="0"/>
              </a:rPr>
              <a:t>form.html</a:t>
            </a:r>
            <a:r>
              <a:rPr lang="en-US" sz="2800" dirty="0"/>
              <a:t> on the </a:t>
            </a:r>
            <a:r>
              <a:rPr lang="en-US" sz="2800" b="1" i="1" dirty="0"/>
              <a:t>same server in the same directory:</a:t>
            </a:r>
            <a:br>
              <a:rPr lang="en-US" sz="2800" b="1" i="1" dirty="0"/>
            </a:br>
            <a:endParaRPr lang="en-US" sz="2800" b="1" i="1" dirty="0">
              <a:latin typeface="Courier New" panose="02070309020205020404" pitchFamily="49" charset="0"/>
            </a:endParaRPr>
          </a:p>
          <a:p>
            <a:pPr>
              <a:lnSpc>
                <a:spcPct val="100000"/>
              </a:lnSpc>
              <a:spcBef>
                <a:spcPts val="2400"/>
              </a:spcBef>
              <a:buFont typeface="Wingdings" panose="05000000000000000000" pitchFamily="2" charset="2"/>
              <a:buChar char="v"/>
              <a:defRPr/>
            </a:pPr>
            <a:r>
              <a:rPr lang="en-US" sz="2800" dirty="0"/>
              <a:t>Link to a document called </a:t>
            </a:r>
            <a:r>
              <a:rPr lang="en-US" sz="2800" dirty="0">
                <a:latin typeface="Consolas" panose="020B0609020204030204" pitchFamily="49" charset="0"/>
                <a:cs typeface="Consolas" panose="020B0609020204030204" pitchFamily="49" charset="0"/>
              </a:rPr>
              <a:t>parent.html</a:t>
            </a:r>
            <a:r>
              <a:rPr lang="en-US" sz="2800" dirty="0"/>
              <a:t> on the same </a:t>
            </a:r>
            <a:r>
              <a:rPr lang="en-US" sz="2800" b="1" i="1" dirty="0"/>
              <a:t>server in the parent directory</a:t>
            </a:r>
            <a:r>
              <a:rPr lang="en-US" sz="2800" dirty="0"/>
              <a:t>:</a:t>
            </a:r>
            <a:br>
              <a:rPr lang="en-US" sz="2800" dirty="0"/>
            </a:br>
            <a:endParaRPr lang="en-US" sz="2800" dirty="0">
              <a:latin typeface="Courier New" panose="02070309020205020404" pitchFamily="49" charset="0"/>
            </a:endParaRPr>
          </a:p>
          <a:p>
            <a:pPr>
              <a:lnSpc>
                <a:spcPct val="100000"/>
              </a:lnSpc>
              <a:spcBef>
                <a:spcPts val="2400"/>
              </a:spcBef>
              <a:buFont typeface="Wingdings" panose="05000000000000000000" pitchFamily="2" charset="2"/>
              <a:buChar char="v"/>
              <a:defRPr/>
            </a:pPr>
            <a:r>
              <a:rPr lang="en-US" sz="2800" dirty="0"/>
              <a:t>Link to a document called </a:t>
            </a:r>
            <a:r>
              <a:rPr lang="en-US" sz="2800" dirty="0">
                <a:latin typeface="Consolas" panose="020B0609020204030204" pitchFamily="49" charset="0"/>
                <a:cs typeface="Consolas" panose="020B0609020204030204" pitchFamily="49" charset="0"/>
              </a:rPr>
              <a:t>cat.html</a:t>
            </a:r>
            <a:r>
              <a:rPr lang="en-US" sz="2800" dirty="0"/>
              <a:t> on the </a:t>
            </a:r>
            <a:r>
              <a:rPr lang="en-US" sz="2800" b="1" i="1" dirty="0"/>
              <a:t>same server in the subdirectory </a:t>
            </a:r>
            <a:r>
              <a:rPr lang="en-US" sz="2800" b="1" i="1" dirty="0">
                <a:latin typeface="Consolas" panose="020B0609020204030204" pitchFamily="49" charset="0"/>
                <a:cs typeface="Consolas" panose="020B0609020204030204" pitchFamily="49" charset="0"/>
              </a:rPr>
              <a:t>stuff</a:t>
            </a:r>
            <a:r>
              <a:rPr lang="en-US" sz="2800" b="1" i="1" dirty="0"/>
              <a:t>:</a:t>
            </a:r>
            <a:endParaRPr lang="en-US" sz="2800" b="1" i="1" dirty="0">
              <a:latin typeface="Courier New" panose="02070309020205020404" pitchFamily="49" charset="0"/>
            </a:endParaRP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31</a:t>
            </a:fld>
            <a:endParaRPr lang="en-US" dirty="0"/>
          </a:p>
        </p:txBody>
      </p:sp>
      <p:sp>
        <p:nvSpPr>
          <p:cNvPr id="913412" name="Rectangle 4"/>
          <p:cNvSpPr>
            <a:spLocks noChangeArrowheads="1"/>
          </p:cNvSpPr>
          <p:nvPr/>
        </p:nvSpPr>
        <p:spPr bwMode="auto">
          <a:xfrm>
            <a:off x="2159311" y="2426581"/>
            <a:ext cx="7558088" cy="47622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8CF4F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href="form.html"&gt;Fill Our Form&lt;/a&gt;</a:t>
            </a:r>
          </a:p>
        </p:txBody>
      </p:sp>
      <p:sp>
        <p:nvSpPr>
          <p:cNvPr id="913413" name="Rectangle 5"/>
          <p:cNvSpPr>
            <a:spLocks noChangeArrowheads="1"/>
          </p:cNvSpPr>
          <p:nvPr/>
        </p:nvSpPr>
        <p:spPr bwMode="auto">
          <a:xfrm>
            <a:off x="2133520" y="4050891"/>
            <a:ext cx="7558088" cy="47622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8CF4F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href="../parent.html"&gt;Parent&lt;/a&gt;</a:t>
            </a:r>
          </a:p>
        </p:txBody>
      </p:sp>
      <p:sp>
        <p:nvSpPr>
          <p:cNvPr id="913414" name="Rectangle 6"/>
          <p:cNvSpPr>
            <a:spLocks noChangeArrowheads="1"/>
          </p:cNvSpPr>
          <p:nvPr/>
        </p:nvSpPr>
        <p:spPr bwMode="auto">
          <a:xfrm>
            <a:off x="2107729" y="5652530"/>
            <a:ext cx="7558088" cy="47622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400" b="1" noProof="1">
                <a:solidFill>
                  <a:srgbClr val="8CF4F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href="stuff/cat.html"&gt;Catalog&lt;/a&gt;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p:txBody>
          <a:bodyPr/>
          <a:lstStyle/>
          <a:p>
            <a:pPr>
              <a:defRPr/>
            </a:pPr>
            <a:r>
              <a:rPr lang="en-US" dirty="0"/>
              <a:t>Hyperlinks: &lt;a&gt; Tag (2)</a:t>
            </a:r>
          </a:p>
        </p:txBody>
      </p:sp>
      <p:sp>
        <p:nvSpPr>
          <p:cNvPr id="915459" name="Text Box 3"/>
          <p:cNvSpPr txBox="1">
            <a:spLocks noGrp="1" noChangeArrowheads="1"/>
          </p:cNvSpPr>
          <p:nvPr>
            <p:ph idx="1"/>
          </p:nvPr>
        </p:nvSpPr>
        <p:spPr>
          <a:xfrm>
            <a:off x="1143000" y="2300718"/>
            <a:ext cx="9601200" cy="3414282"/>
          </a:xfrm>
          <a:effectLst/>
        </p:spPr>
        <p:txBody>
          <a:bodyPr vert="horz" lIns="91436" tIns="45718" rIns="91436" bIns="45718" rtlCol="0">
            <a:normAutofit/>
          </a:bodyPr>
          <a:lstStyle/>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Link to an external Web site:</a:t>
            </a:r>
          </a:p>
          <a:p>
            <a:pPr lvl="1">
              <a:spcBef>
                <a:spcPts val="1200"/>
              </a:spcBef>
              <a:buFont typeface="Wingdings" panose="05000000000000000000" pitchFamily="2" charset="2"/>
              <a:buChar char="Ø"/>
              <a:defRPr/>
            </a:pPr>
            <a:r>
              <a:rPr lang="en-US" sz="2800" dirty="0">
                <a:latin typeface="Cambria" panose="02040503050406030204" pitchFamily="18" charset="0"/>
                <a:ea typeface="Cambria" panose="02040503050406030204" pitchFamily="18" charset="0"/>
              </a:rPr>
              <a:t>Always use a full URL, including "</a:t>
            </a:r>
            <a:r>
              <a:rPr lang="en-US" sz="2800" dirty="0">
                <a:solidFill>
                  <a:srgbClr val="00B050"/>
                </a:solidFill>
                <a:latin typeface="Cambria" panose="02040503050406030204" pitchFamily="18" charset="0"/>
                <a:ea typeface="Cambria" panose="02040503050406030204" pitchFamily="18" charset="0"/>
                <a:cs typeface="Consolas" panose="020B0609020204030204" pitchFamily="49" charset="0"/>
              </a:rPr>
              <a:t>http://</a:t>
            </a:r>
            <a:r>
              <a:rPr lang="en-US" sz="2800" dirty="0">
                <a:solidFill>
                  <a:srgbClr val="00B050"/>
                </a:solidFill>
                <a:latin typeface="Cambria" panose="02040503050406030204" pitchFamily="18" charset="0"/>
                <a:ea typeface="Cambria" panose="02040503050406030204" pitchFamily="18" charset="0"/>
              </a:rPr>
              <a:t>", not just "</a:t>
            </a:r>
            <a:r>
              <a:rPr lang="en-US" sz="2800" dirty="0">
                <a:solidFill>
                  <a:srgbClr val="00B050"/>
                </a:solidFill>
                <a:latin typeface="Cambria" panose="02040503050406030204" pitchFamily="18" charset="0"/>
                <a:ea typeface="Cambria" panose="02040503050406030204" pitchFamily="18" charset="0"/>
                <a:cs typeface="Consolas" panose="020B0609020204030204" pitchFamily="49" charset="0"/>
              </a:rPr>
              <a:t>www.somesite.com</a:t>
            </a:r>
            <a:r>
              <a:rPr lang="en-US" sz="2800" dirty="0">
                <a:latin typeface="Cambria" panose="02040503050406030204" pitchFamily="18" charset="0"/>
                <a:ea typeface="Cambria" panose="02040503050406030204" pitchFamily="18" charset="0"/>
              </a:rPr>
              <a:t>"</a:t>
            </a:r>
          </a:p>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Link to an e-mail address</a:t>
            </a:r>
            <a:r>
              <a:rPr lang="en-US" dirty="0">
                <a:latin typeface="Cambria" panose="02040503050406030204" pitchFamily="18" charset="0"/>
                <a:ea typeface="Cambria" panose="02040503050406030204" pitchFamily="18" charset="0"/>
              </a:rPr>
              <a:t>:</a:t>
            </a: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32</a:t>
            </a:fld>
            <a:endParaRPr lang="en-US" dirty="0"/>
          </a:p>
        </p:txBody>
      </p:sp>
      <p:sp>
        <p:nvSpPr>
          <p:cNvPr id="915461" name="Rectangle 5"/>
          <p:cNvSpPr>
            <a:spLocks noChangeArrowheads="1"/>
          </p:cNvSpPr>
          <p:nvPr/>
        </p:nvSpPr>
        <p:spPr bwMode="auto">
          <a:xfrm>
            <a:off x="2041265" y="1619243"/>
            <a:ext cx="8070850" cy="42819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050" b="1" noProof="1">
                <a:solidFill>
                  <a:srgbClr val="00B0F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href="http://www.devbg.org" target="_blank"&gt;BASD&lt;/a&gt;</a:t>
            </a:r>
          </a:p>
        </p:txBody>
      </p:sp>
      <p:sp>
        <p:nvSpPr>
          <p:cNvPr id="915462" name="Rectangle 6"/>
          <p:cNvSpPr>
            <a:spLocks noChangeArrowheads="1"/>
          </p:cNvSpPr>
          <p:nvPr/>
        </p:nvSpPr>
        <p:spPr bwMode="auto">
          <a:xfrm>
            <a:off x="1676400" y="4419600"/>
            <a:ext cx="8070850" cy="80329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100" b="1" noProof="1">
                <a:solidFill>
                  <a:srgbClr val="00B0F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href="mailto:bugs@example.com"&gt;</a:t>
            </a:r>
          </a:p>
          <a:p>
            <a:pPr eaLnBrk="0" hangingPunct="0">
              <a:lnSpc>
                <a:spcPct val="110000"/>
              </a:lnSpc>
              <a:buClr>
                <a:schemeClr val="accent5">
                  <a:lumMod val="40000"/>
                  <a:lumOff val="60000"/>
                </a:schemeClr>
              </a:buClr>
              <a:buSzPct val="70000"/>
              <a:defRPr/>
            </a:pPr>
            <a:r>
              <a:rPr lang="en-US" sz="2100" b="1" noProof="1">
                <a:solidFill>
                  <a:srgbClr val="00B0F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Please report bugs here (by e-mail only)&lt;/a&gt;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9490" name="Rectangle 2"/>
          <p:cNvSpPr>
            <a:spLocks noGrp="1" noChangeArrowheads="1"/>
          </p:cNvSpPr>
          <p:nvPr>
            <p:ph type="title"/>
          </p:nvPr>
        </p:nvSpPr>
        <p:spPr>
          <a:xfrm>
            <a:off x="2642132" y="426563"/>
            <a:ext cx="6571343" cy="1049235"/>
          </a:xfrm>
        </p:spPr>
        <p:txBody>
          <a:bodyPr/>
          <a:lstStyle/>
          <a:p>
            <a:pPr>
              <a:defRPr/>
            </a:pPr>
            <a:r>
              <a:rPr lang="en-US" dirty="0"/>
              <a:t>Hyperlinks: &lt;a&gt; Tag (3)</a:t>
            </a:r>
          </a:p>
        </p:txBody>
      </p:sp>
      <p:sp>
        <p:nvSpPr>
          <p:cNvPr id="959491" name="Text Box 3"/>
          <p:cNvSpPr txBox="1">
            <a:spLocks noGrp="1" noChangeArrowheads="1"/>
          </p:cNvSpPr>
          <p:nvPr>
            <p:ph idx="1"/>
          </p:nvPr>
        </p:nvSpPr>
        <p:spPr>
          <a:xfrm>
            <a:off x="990600" y="1295400"/>
            <a:ext cx="9829800" cy="5334000"/>
          </a:xfrm>
          <a:effectLst/>
        </p:spPr>
        <p:txBody>
          <a:bodyPr vert="horz" lIns="91436" tIns="45718" rIns="91436" bIns="45718" rtlCol="0">
            <a:normAutofit/>
          </a:bodyPr>
          <a:lstStyle/>
          <a:p>
            <a:pPr>
              <a:lnSpc>
                <a:spcPct val="100000"/>
              </a:lnSpc>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Link to a document called </a:t>
            </a:r>
            <a:r>
              <a:rPr lang="en-US" sz="2800" noProof="1">
                <a:latin typeface="Cambria" panose="02040503050406030204" pitchFamily="18" charset="0"/>
                <a:ea typeface="Cambria" panose="02040503050406030204" pitchFamily="18" charset="0"/>
                <a:cs typeface="Consolas" panose="020B0609020204030204" pitchFamily="49" charset="0"/>
              </a:rPr>
              <a:t>apply-now.html</a:t>
            </a:r>
          </a:p>
          <a:p>
            <a:pPr lvl="1">
              <a:lnSpc>
                <a:spcPct val="100000"/>
              </a:lnSpc>
              <a:buFont typeface="Wingdings" panose="05000000000000000000" pitchFamily="2" charset="2"/>
              <a:buChar char="ü"/>
              <a:defRPr/>
            </a:pPr>
            <a:r>
              <a:rPr lang="en-US" sz="2800" dirty="0">
                <a:latin typeface="Cambria" panose="02040503050406030204" pitchFamily="18" charset="0"/>
                <a:ea typeface="Cambria" panose="02040503050406030204" pitchFamily="18" charset="0"/>
              </a:rPr>
              <a:t>On the same server, in same directory</a:t>
            </a:r>
          </a:p>
          <a:p>
            <a:pPr lvl="1">
              <a:lnSpc>
                <a:spcPct val="100000"/>
              </a:lnSpc>
              <a:buFont typeface="Wingdings" panose="05000000000000000000" pitchFamily="2" charset="2"/>
              <a:buChar char="ü"/>
              <a:defRPr/>
            </a:pPr>
            <a:r>
              <a:rPr lang="en-US" sz="2800" dirty="0">
                <a:latin typeface="Cambria" panose="02040503050406030204" pitchFamily="18" charset="0"/>
                <a:ea typeface="Cambria" panose="02040503050406030204" pitchFamily="18" charset="0"/>
              </a:rPr>
              <a:t>Using an image as a link button:</a:t>
            </a: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33</a:t>
            </a:fld>
            <a:endParaRPr lang="en-US" dirty="0"/>
          </a:p>
        </p:txBody>
      </p:sp>
      <p:sp>
        <p:nvSpPr>
          <p:cNvPr id="959493" name="Rectangle 5"/>
          <p:cNvSpPr>
            <a:spLocks noChangeArrowheads="1"/>
          </p:cNvSpPr>
          <p:nvPr/>
        </p:nvSpPr>
        <p:spPr bwMode="auto">
          <a:xfrm>
            <a:off x="1828800" y="3483747"/>
            <a:ext cx="7773988" cy="88248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3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href="apply-now.html"&gt;&lt;</a:t>
            </a:r>
            <a:r>
              <a:rPr lang="en-US" sz="23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img</a:t>
            </a:r>
          </a:p>
          <a:p>
            <a:pPr eaLnBrk="0" hangingPunct="0">
              <a:lnSpc>
                <a:spcPct val="110000"/>
              </a:lnSpc>
              <a:buClr>
                <a:schemeClr val="accent5">
                  <a:lumMod val="40000"/>
                  <a:lumOff val="60000"/>
                </a:schemeClr>
              </a:buClr>
              <a:buSzPct val="70000"/>
              <a:defRPr/>
            </a:pPr>
            <a:r>
              <a:rPr lang="en-US" sz="23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src="apply-now-button.jpg" /&gt;&lt;/</a:t>
            </a:r>
            <a:r>
              <a:rPr lang="en-US" sz="23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a&gt;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a:xfrm>
            <a:off x="2642131" y="371122"/>
            <a:ext cx="6571343" cy="771879"/>
          </a:xfrm>
        </p:spPr>
        <p:txBody>
          <a:bodyPr/>
          <a:lstStyle/>
          <a:p>
            <a:pPr>
              <a:defRPr/>
            </a:pPr>
            <a:r>
              <a:rPr lang="en-US" dirty="0"/>
              <a:t>Hyperlinks and Sections</a:t>
            </a:r>
            <a:endParaRPr lang="bg-BG" dirty="0"/>
          </a:p>
        </p:txBody>
      </p:sp>
      <p:sp>
        <p:nvSpPr>
          <p:cNvPr id="971779" name="Rectangle 3"/>
          <p:cNvSpPr>
            <a:spLocks noGrp="1" noChangeArrowheads="1"/>
          </p:cNvSpPr>
          <p:nvPr>
            <p:ph idx="1"/>
          </p:nvPr>
        </p:nvSpPr>
        <p:spPr>
          <a:xfrm>
            <a:off x="1143000" y="1479883"/>
            <a:ext cx="9067801" cy="3288635"/>
          </a:xfrm>
        </p:spPr>
        <p:txBody>
          <a:bodyPr>
            <a:normAutofit/>
          </a:bodyPr>
          <a:lstStyle/>
          <a:p>
            <a:pPr>
              <a:lnSpc>
                <a:spcPct val="100000"/>
              </a:lnSpc>
              <a:buFont typeface="Wingdings" panose="05000000000000000000" pitchFamily="2" charset="2"/>
              <a:buChar char="v"/>
              <a:defRPr/>
            </a:pPr>
            <a:r>
              <a:rPr lang="en-US" sz="3000" dirty="0">
                <a:latin typeface="Cambria" panose="02040503050406030204" pitchFamily="18" charset="0"/>
                <a:ea typeface="Cambria" panose="02040503050406030204" pitchFamily="18" charset="0"/>
              </a:rPr>
              <a:t>Link to another location </a:t>
            </a:r>
            <a:r>
              <a:rPr lang="en-US" sz="3000" i="1" dirty="0">
                <a:solidFill>
                  <a:srgbClr val="FF0000"/>
                </a:solidFill>
                <a:latin typeface="Cambria" panose="02040503050406030204" pitchFamily="18" charset="0"/>
                <a:ea typeface="Cambria" panose="02040503050406030204" pitchFamily="18" charset="0"/>
              </a:rPr>
              <a:t>in the same document</a:t>
            </a:r>
            <a:r>
              <a:rPr lang="en-US" sz="3000" dirty="0">
                <a:latin typeface="Cambria" panose="02040503050406030204" pitchFamily="18" charset="0"/>
                <a:ea typeface="Cambria" panose="02040503050406030204" pitchFamily="18" charset="0"/>
              </a:rPr>
              <a:t>:</a:t>
            </a:r>
          </a:p>
          <a:p>
            <a:pPr>
              <a:lnSpc>
                <a:spcPct val="100000"/>
              </a:lnSpc>
              <a:defRPr/>
            </a:pPr>
            <a:endParaRPr lang="en-US" sz="3000" dirty="0">
              <a:latin typeface="Cambria" panose="02040503050406030204" pitchFamily="18" charset="0"/>
              <a:ea typeface="Cambria" panose="02040503050406030204" pitchFamily="18" charset="0"/>
            </a:endParaRPr>
          </a:p>
          <a:p>
            <a:pPr>
              <a:lnSpc>
                <a:spcPct val="100000"/>
              </a:lnSpc>
              <a:defRPr/>
            </a:pPr>
            <a:endParaRPr lang="en-US" sz="3000" dirty="0">
              <a:latin typeface="Cambria" panose="02040503050406030204" pitchFamily="18" charset="0"/>
              <a:ea typeface="Cambria" panose="02040503050406030204" pitchFamily="18" charset="0"/>
            </a:endParaRPr>
          </a:p>
          <a:p>
            <a:pPr>
              <a:lnSpc>
                <a:spcPct val="100000"/>
              </a:lnSpc>
              <a:spcBef>
                <a:spcPts val="1800"/>
              </a:spcBef>
              <a:buFont typeface="Wingdings" panose="05000000000000000000" pitchFamily="2" charset="2"/>
              <a:buChar char="v"/>
              <a:defRPr/>
            </a:pPr>
            <a:r>
              <a:rPr lang="en-US" sz="3000" dirty="0">
                <a:latin typeface="Cambria" panose="02040503050406030204" pitchFamily="18" charset="0"/>
                <a:ea typeface="Cambria" panose="02040503050406030204" pitchFamily="18" charset="0"/>
              </a:rPr>
              <a:t>Link to a specific </a:t>
            </a:r>
            <a:r>
              <a:rPr lang="en-US" sz="3000" i="1" dirty="0">
                <a:solidFill>
                  <a:srgbClr val="FF0000"/>
                </a:solidFill>
                <a:latin typeface="Cambria" panose="02040503050406030204" pitchFamily="18" charset="0"/>
                <a:ea typeface="Cambria" panose="02040503050406030204" pitchFamily="18" charset="0"/>
              </a:rPr>
              <a:t>location in another  document:</a:t>
            </a:r>
            <a:endParaRPr lang="bg-BG" sz="3000" i="1" dirty="0">
              <a:solidFill>
                <a:srgbClr val="FF0000"/>
              </a:solidFill>
              <a:latin typeface="Cambria" panose="02040503050406030204" pitchFamily="18" charset="0"/>
              <a:ea typeface="Cambria" panose="02040503050406030204" pitchFamily="18" charset="0"/>
            </a:endParaRP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34</a:t>
            </a:fld>
            <a:endParaRPr lang="en-US" dirty="0"/>
          </a:p>
        </p:txBody>
      </p:sp>
      <p:sp>
        <p:nvSpPr>
          <p:cNvPr id="971780" name="Rectangle 4"/>
          <p:cNvSpPr>
            <a:spLocks noChangeArrowheads="1"/>
          </p:cNvSpPr>
          <p:nvPr/>
        </p:nvSpPr>
        <p:spPr bwMode="auto">
          <a:xfrm>
            <a:off x="2366962" y="2034863"/>
            <a:ext cx="7843838" cy="108933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href="#section1"&gt;Go to Introduction&lt;/a&gt;</a:t>
            </a:r>
          </a:p>
          <a:p>
            <a:pPr eaLnBrk="0" hangingPunct="0">
              <a:lnSpc>
                <a:spcPct val="110000"/>
              </a:lnSpc>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a:p>
            <a:pPr eaLnBrk="0" hangingPunct="0">
              <a:lnSpc>
                <a:spcPct val="110000"/>
              </a:lnSpc>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&lt;h2 id="section1"&gt;Introduction&lt;/h2&gt;</a:t>
            </a:r>
          </a:p>
        </p:txBody>
      </p:sp>
      <p:sp>
        <p:nvSpPr>
          <p:cNvPr id="971781" name="Rectangle 5"/>
          <p:cNvSpPr>
            <a:spLocks noChangeArrowheads="1"/>
          </p:cNvSpPr>
          <p:nvPr/>
        </p:nvSpPr>
        <p:spPr bwMode="auto">
          <a:xfrm>
            <a:off x="2174081" y="4059664"/>
            <a:ext cx="7843838" cy="209147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t>
            </a:r>
            <a:r>
              <a:rPr lang="en-US"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 href="chapter3.html#section3.1.1"&gt;Go to Section 3.1.1&lt;/a&gt;</a:t>
            </a:r>
          </a:p>
          <a:p>
            <a:pPr eaLnBrk="0" hangingPunct="0">
              <a:lnSpc>
                <a:spcPct val="110000"/>
              </a:lnSpc>
              <a:spcBef>
                <a:spcPts val="1200"/>
              </a:spcBef>
              <a:buClr>
                <a:schemeClr val="accent5">
                  <a:lumMod val="40000"/>
                  <a:lumOff val="60000"/>
                </a:schemeClr>
              </a:buClr>
              <a:buSzPct val="70000"/>
              <a:defRPr/>
            </a:pPr>
            <a:r>
              <a:rPr lang="en-US"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 In chapter3.html --&gt;</a:t>
            </a:r>
          </a:p>
          <a:p>
            <a:pPr eaLnBrk="0" hangingPunct="0">
              <a:lnSpc>
                <a:spcPct val="110000"/>
              </a:lnSpc>
              <a:buClr>
                <a:schemeClr val="accent5">
                  <a:lumMod val="40000"/>
                  <a:lumOff val="60000"/>
                </a:schemeClr>
              </a:buClr>
              <a:buSzPct val="70000"/>
              <a:defRPr/>
            </a:pPr>
            <a:r>
              <a:rPr lang="en-US"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a:p>
            <a:pPr eaLnBrk="0" hangingPunct="0">
              <a:lnSpc>
                <a:spcPct val="110000"/>
              </a:lnSpc>
              <a:buClr>
                <a:schemeClr val="accent5">
                  <a:lumMod val="40000"/>
                  <a:lumOff val="60000"/>
                </a:schemeClr>
              </a:buClr>
              <a:buSzPct val="70000"/>
              <a:defRPr/>
            </a:pPr>
            <a:r>
              <a:rPr lang="en-US"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&lt;div id="section3.1.1"&gt;</a:t>
            </a:r>
          </a:p>
          <a:p>
            <a:pPr eaLnBrk="0" hangingPunct="0">
              <a:lnSpc>
                <a:spcPct val="110000"/>
              </a:lnSpc>
              <a:buClr>
                <a:schemeClr val="accent5">
                  <a:lumMod val="40000"/>
                  <a:lumOff val="60000"/>
                </a:schemeClr>
              </a:buClr>
              <a:buSzPct val="70000"/>
              <a:defRPr/>
            </a:pPr>
            <a:r>
              <a:rPr lang="en-US"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&lt;h3&gt;3.1.1. Technical Background&lt;/h3&gt;</a:t>
            </a:r>
          </a:p>
          <a:p>
            <a:pPr eaLnBrk="0" hangingPunct="0">
              <a:lnSpc>
                <a:spcPct val="110000"/>
              </a:lnSpc>
              <a:buClr>
                <a:schemeClr val="accent5">
                  <a:lumMod val="40000"/>
                  <a:lumOff val="60000"/>
                </a:schemeClr>
              </a:buClr>
              <a:buSzPct val="70000"/>
              <a:defRPr/>
            </a:pPr>
            <a:r>
              <a:rPr lang="en-US"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&lt;/div&gt;</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p:txBody>
          <a:bodyPr/>
          <a:lstStyle/>
          <a:p>
            <a:pPr>
              <a:defRPr/>
            </a:pPr>
            <a:r>
              <a:rPr lang="en-US" dirty="0"/>
              <a:t>Hyperlinks – Example</a:t>
            </a:r>
            <a:endParaRPr lang="bg-BG"/>
          </a:p>
        </p:txBody>
      </p:sp>
      <p:sp>
        <p:nvSpPr>
          <p:cNvPr id="5" name="Slide Number Placeholder 3"/>
          <p:cNvSpPr>
            <a:spLocks noGrp="1"/>
          </p:cNvSpPr>
          <p:nvPr>
            <p:ph type="sldNum" sz="quarter" idx="12"/>
          </p:nvPr>
        </p:nvSpPr>
        <p:spPr/>
        <p:txBody>
          <a:bodyPr/>
          <a:lstStyle/>
          <a:p>
            <a:pPr>
              <a:defRPr/>
            </a:pPr>
            <a:fld id="{58452FF4-89E3-4D1B-9927-2DBDC00E58D7}" type="slidenum">
              <a:rPr lang="en-US" smtClean="0"/>
              <a:t>35</a:t>
            </a:fld>
            <a:endParaRPr lang="en-US" dirty="0"/>
          </a:p>
        </p:txBody>
      </p:sp>
      <p:sp>
        <p:nvSpPr>
          <p:cNvPr id="961541" name="Rectangle 5"/>
          <p:cNvSpPr>
            <a:spLocks noChangeArrowheads="1"/>
          </p:cNvSpPr>
          <p:nvPr/>
        </p:nvSpPr>
        <p:spPr bwMode="auto">
          <a:xfrm>
            <a:off x="1371600" y="1981200"/>
            <a:ext cx="8763000" cy="413632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href="form.html"&gt;Fill Our Form&lt;/a&gt; &lt;br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href="../parent.html"&gt;Parent&lt;/a&gt; &lt;br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href="stuff/cat.html"&gt;Catalog&lt;/a&gt; &lt;br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href="http://www.devbg.org" target="_blank"&gt;BASD&lt;/a&gt; &lt;br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href="mailto:bugs@example.com?subject=Bug Report"&gt;Please report bugs here (by e-mail only)&lt;/a&gt;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href="apply-now.html"&gt;&lt;img src="apply-now-button.jpg” /&gt;&lt;/a&gt; &lt;br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href="../english/index.html"&gt;Switch to English version&lt;/a&gt; &lt;br /&gt;</a:t>
            </a:r>
          </a:p>
        </p:txBody>
      </p:sp>
      <p:sp>
        <p:nvSpPr>
          <p:cNvPr id="6" name="Rectangle 5"/>
          <p:cNvSpPr/>
          <p:nvPr/>
        </p:nvSpPr>
        <p:spPr>
          <a:xfrm>
            <a:off x="1600200" y="1463590"/>
            <a:ext cx="3352800" cy="552587"/>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pPr>
            <a:r>
              <a:rPr lang="en-US" sz="2800" b="1" dirty="0">
                <a:effectLst>
                  <a:outerShdw blurRad="38100" dist="38100" dir="2700000" algn="tl">
                    <a:srgbClr val="000000">
                      <a:alpha val="43137"/>
                    </a:srgbClr>
                  </a:outerShdw>
                </a:effectLst>
                <a:latin typeface="Corbel" panose="020B0503020204020204"/>
              </a:rPr>
              <a:t>hyperlinks.html</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a:xfrm>
            <a:off x="1828800" y="231376"/>
            <a:ext cx="8686800" cy="914400"/>
          </a:xfrm>
        </p:spPr>
        <p:txBody>
          <a:bodyPr>
            <a:normAutofit fontScale="90000"/>
          </a:bodyPr>
          <a:lstStyle/>
          <a:p>
            <a:pPr>
              <a:defRPr/>
            </a:pPr>
            <a:r>
              <a:rPr lang="en-US" sz="3800" b="1" dirty="0">
                <a:latin typeface="Cambria" panose="02040503050406030204" pitchFamily="18" charset="0"/>
                <a:ea typeface="Cambria" panose="02040503050406030204" pitchFamily="18" charset="0"/>
              </a:rPr>
              <a:t>Links to the Same Document – Example </a:t>
            </a:r>
            <a:endParaRPr lang="bg-BG" sz="3800" b="1" dirty="0">
              <a:latin typeface="Cambria" panose="02040503050406030204" pitchFamily="18" charset="0"/>
              <a:ea typeface="Cambria" panose="02040503050406030204" pitchFamily="18" charset="0"/>
            </a:endParaRPr>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36</a:t>
            </a:fld>
            <a:endParaRPr lang="en-US" dirty="0"/>
          </a:p>
        </p:txBody>
      </p:sp>
      <p:sp>
        <p:nvSpPr>
          <p:cNvPr id="972804" name="Rectangle 4"/>
          <p:cNvSpPr>
            <a:spLocks noChangeArrowheads="1"/>
          </p:cNvSpPr>
          <p:nvPr/>
        </p:nvSpPr>
        <p:spPr bwMode="auto">
          <a:xfrm>
            <a:off x="1066800" y="1707952"/>
            <a:ext cx="9448800" cy="461664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&lt;h1&gt;Table of Contents&lt;/h1&gt;</a:t>
            </a:r>
          </a:p>
          <a:p>
            <a:pPr eaLnBrk="0" hangingPunct="0">
              <a:lnSpc>
                <a:spcPct val="110000"/>
              </a:lnSpc>
              <a:spcBef>
                <a:spcPts val="1200"/>
              </a:spcBef>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&lt;p&gt;&lt;a href="</a:t>
            </a:r>
            <a:r>
              <a:rPr lang="en-US" sz="2000" b="1" noProof="1">
                <a:solidFill>
                  <a:schemeClr val="accent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#section1</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"&gt;Introduction&lt;/a&gt;&lt;br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a:t>
            </a:r>
            <a:r>
              <a:rPr lang="en-US" sz="2000" b="1" noProof="1">
                <a:solidFill>
                  <a:srgbClr val="00B05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section2</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"&gt;Some background&lt;/A&gt;&lt;br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 href="#</a:t>
            </a:r>
            <a:r>
              <a:rPr lang="en-US" sz="2000" b="1" noProof="1">
                <a:solidFill>
                  <a:srgbClr val="FF000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section2.1</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"&gt;Project History&lt;/a&gt;&lt;br /&gt;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...the rest of the table of contents...</a:t>
            </a:r>
          </a:p>
          <a:p>
            <a:pPr eaLnBrk="0" hangingPunct="0">
              <a:lnSpc>
                <a:spcPct val="110000"/>
              </a:lnSpc>
              <a:spcBef>
                <a:spcPts val="1200"/>
              </a:spcBef>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 The document text follows here --&gt;</a:t>
            </a:r>
          </a:p>
          <a:p>
            <a:pPr eaLnBrk="0" hangingPunct="0">
              <a:lnSpc>
                <a:spcPct val="110000"/>
              </a:lnSpc>
              <a:spcBef>
                <a:spcPts val="1200"/>
              </a:spcBef>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&lt;h2 id="</a:t>
            </a:r>
            <a:r>
              <a:rPr lang="en-US" sz="2000" b="1" noProof="1">
                <a:solidFill>
                  <a:schemeClr val="accent2"/>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section1</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"&gt;Introduction&lt;/h2&gt;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Section 1 follows here ...</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&lt;h2 id="</a:t>
            </a:r>
            <a:r>
              <a:rPr lang="en-US" sz="2000" b="1" noProof="1">
                <a:solidFill>
                  <a:srgbClr val="00B05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section2</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"&gt;Some background&lt;/h2&gt;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Section 2 follows here ...</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&lt;h3 id="</a:t>
            </a:r>
            <a:r>
              <a:rPr lang="en-US" sz="2000" b="1" noProof="1">
                <a:solidFill>
                  <a:srgbClr val="FF000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section2.1</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"&gt;Project History&lt;/h3&gt;</a:t>
            </a:r>
          </a:p>
          <a:p>
            <a:pPr eaLnBrk="0" hangingPunct="0">
              <a:lnSpc>
                <a:spcPct val="1100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Section 2.1 follows here ...</a:t>
            </a:r>
          </a:p>
        </p:txBody>
      </p:sp>
      <p:sp>
        <p:nvSpPr>
          <p:cNvPr id="5" name="Rectangle 4"/>
          <p:cNvSpPr/>
          <p:nvPr/>
        </p:nvSpPr>
        <p:spPr>
          <a:xfrm>
            <a:off x="1371600" y="1220080"/>
            <a:ext cx="5486400" cy="552587"/>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pPr>
            <a:r>
              <a:rPr lang="en-US" sz="2800" b="1" i="1" dirty="0">
                <a:solidFill>
                  <a:srgbClr val="FF0000"/>
                </a:solidFill>
                <a:effectLst>
                  <a:outerShdw blurRad="38100" dist="38100" dir="2700000" algn="tl">
                    <a:srgbClr val="000000">
                      <a:alpha val="43137"/>
                    </a:srgbClr>
                  </a:outerShdw>
                </a:effectLst>
                <a:latin typeface="Corbel" panose="020B0503020204020204"/>
              </a:rPr>
              <a:t>links-to-same-document.html</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3"/>
          <p:cNvSpPr txBox="1">
            <a:spLocks noChangeArrowheads="1"/>
          </p:cNvSpPr>
          <p:nvPr/>
        </p:nvSpPr>
        <p:spPr>
          <a:xfrm>
            <a:off x="1066800" y="1295400"/>
            <a:ext cx="10134600" cy="5257800"/>
          </a:xfrm>
          <a:prstGeom prst="rect">
            <a:avLst/>
          </a:prstGeom>
        </p:spPr>
        <p:txBody>
          <a:bodyPr/>
          <a:lstStyle>
            <a:lvl1pPr marL="282575" indent="-282575" algn="l" rtl="0" eaLnBrk="1" fontAlgn="base" hangingPunct="1">
              <a:lnSpc>
                <a:spcPts val="38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sz="3200" b="1" kern="1200">
                <a:solidFill>
                  <a:srgbClr val="EBFFD2"/>
                </a:solidFill>
                <a:effectLst>
                  <a:outerShdw blurRad="38100" dist="38100" dir="2700000" algn="tl">
                    <a:srgbClr val="000000">
                      <a:alpha val="43137"/>
                    </a:srgbClr>
                  </a:outerShdw>
                </a:effectLst>
                <a:latin typeface="+mn-lt"/>
                <a:ea typeface="+mn-ea"/>
                <a:cs typeface="+mn-cs"/>
              </a:defRPr>
            </a:lvl1pPr>
            <a:lvl2pPr marL="630555" indent="-273050" algn="l" rtl="0" eaLnBrk="1" fontAlgn="base" hangingPunct="1">
              <a:lnSpc>
                <a:spcPts val="3800"/>
              </a:lnSpc>
              <a:spcBef>
                <a:spcPts val="600"/>
              </a:spcBef>
              <a:spcAft>
                <a:spcPts val="600"/>
              </a:spcAft>
              <a:buClr>
                <a:srgbClr val="8FD600"/>
              </a:buClr>
              <a:buFont typeface="Wingdings 2" panose="05020102010507070707" pitchFamily="18" charset="2"/>
              <a:buChar char=""/>
              <a:defRPr sz="3000" b="1" kern="1200">
                <a:solidFill>
                  <a:schemeClr val="tx1">
                    <a:lumMod val="40000"/>
                    <a:lumOff val="60000"/>
                  </a:schemeClr>
                </a:solidFill>
                <a:effectLst>
                  <a:outerShdw blurRad="38100" dist="38100" dir="2700000" algn="tl">
                    <a:srgbClr val="000000">
                      <a:alpha val="43137"/>
                    </a:srgbClr>
                  </a:outerShdw>
                </a:effectLst>
                <a:latin typeface="+mn-lt"/>
                <a:ea typeface="+mn-ea"/>
                <a:cs typeface="+mn-cs"/>
              </a:defRPr>
            </a:lvl2pPr>
            <a:lvl3pPr marL="922655" indent="-273050" algn="l" rtl="0" eaLnBrk="1" fontAlgn="base" hangingPunct="1">
              <a:lnSpc>
                <a:spcPts val="3800"/>
              </a:lnSpc>
              <a:spcBef>
                <a:spcPts val="600"/>
              </a:spcBef>
              <a:spcAft>
                <a:spcPts val="600"/>
              </a:spcAft>
              <a:buClr>
                <a:srgbClr val="FFAD9F"/>
              </a:buClr>
              <a:buFont typeface="Wingdings 2" panose="05020102010507070707" pitchFamily="18" charset="2"/>
              <a:buChar char=""/>
              <a:defRPr sz="2800" b="1" kern="1200">
                <a:solidFill>
                  <a:srgbClr val="F5FFC2"/>
                </a:solidFill>
                <a:effectLst>
                  <a:outerShdw blurRad="38100" dist="38100" dir="2700000" algn="tl">
                    <a:srgbClr val="000000">
                      <a:alpha val="43137"/>
                    </a:srgbClr>
                  </a:outerShdw>
                </a:effectLst>
                <a:latin typeface="+mn-lt"/>
                <a:ea typeface="+mn-ea"/>
                <a:cs typeface="+mn-cs"/>
              </a:defRPr>
            </a:lvl3pPr>
            <a:lvl4pPr marL="1187450" indent="-228600" algn="l" rtl="0" eaLnBrk="1" fontAlgn="base" hangingPunct="1">
              <a:lnSpc>
                <a:spcPts val="3800"/>
              </a:lnSpc>
              <a:spcBef>
                <a:spcPts val="600"/>
              </a:spcBef>
              <a:spcAft>
                <a:spcPts val="600"/>
              </a:spcAft>
              <a:buClr>
                <a:srgbClr val="FACF82"/>
              </a:buClr>
              <a:buFont typeface="Wingdings 2" panose="05020102010507070707" pitchFamily="18" charset="2"/>
              <a:buChar char=""/>
              <a:defRPr sz="2600" b="1" kern="1200">
                <a:solidFill>
                  <a:schemeClr val="tx1">
                    <a:lumMod val="40000"/>
                    <a:lumOff val="60000"/>
                  </a:schemeClr>
                </a:solidFill>
                <a:effectLst>
                  <a:outerShdw blurRad="38100" dist="38100" dir="2700000" algn="tl">
                    <a:srgbClr val="000000">
                      <a:alpha val="43137"/>
                    </a:srgbClr>
                  </a:outerShdw>
                </a:effectLst>
                <a:latin typeface="+mn-lt"/>
                <a:ea typeface="+mn-ea"/>
                <a:cs typeface="+mn-cs"/>
              </a:defRPr>
            </a:lvl4pPr>
            <a:lvl5pPr marL="1425575" indent="-228600" algn="l" rtl="0" eaLnBrk="1" fontAlgn="base" hangingPunct="1">
              <a:lnSpc>
                <a:spcPts val="3800"/>
              </a:lnSpc>
              <a:spcBef>
                <a:spcPts val="600"/>
              </a:spcBef>
              <a:spcAft>
                <a:spcPts val="600"/>
              </a:spcAft>
              <a:buClr>
                <a:srgbClr val="46A6BD"/>
              </a:buClr>
              <a:buFont typeface="Wingdings 2" panose="05020102010507070707" pitchFamily="18" charset="2"/>
              <a:buChar char=""/>
              <a:defRPr sz="2400" b="1" kern="1200">
                <a:solidFill>
                  <a:schemeClr val="tx1">
                    <a:lumMod val="40000"/>
                    <a:lumOff val="60000"/>
                  </a:schemeClr>
                </a:solidFill>
                <a:effectLst>
                  <a:outerShdw blurRad="38100" dist="38100" dir="2700000" algn="tl">
                    <a:srgbClr val="000000">
                      <a:alpha val="43137"/>
                    </a:srgbClr>
                  </a:outerShdw>
                </a:effectLst>
                <a:latin typeface="+mn-lt"/>
                <a:ea typeface="+mn-ea"/>
                <a:cs typeface="+mn-cs"/>
              </a:defRPr>
            </a:lvl5pPr>
            <a:lvl6pPr marL="1673225" indent="-228600" algn="l" rtl="0" eaLnBrk="1" latinLnBrk="0" hangingPunct="1">
              <a:spcBef>
                <a:spcPct val="20000"/>
              </a:spcBef>
              <a:buClr>
                <a:schemeClr val="accent6"/>
              </a:buClr>
              <a:buFont typeface="Wingdings 2" panose="05020102010507070707"/>
              <a:buChar char=""/>
              <a:defRPr sz="1800" kern="1200">
                <a:solidFill>
                  <a:schemeClr val="tx1"/>
                </a:solidFill>
                <a:latin typeface="+mn-lt"/>
                <a:ea typeface="+mn-ea"/>
                <a:cs typeface="+mn-cs"/>
              </a:defRPr>
            </a:lvl6pPr>
            <a:lvl7pPr marL="1911350" indent="-228600" algn="l" rtl="0" eaLnBrk="1" latinLnBrk="0" hangingPunct="1">
              <a:spcBef>
                <a:spcPct val="20000"/>
              </a:spcBef>
              <a:buClr>
                <a:schemeClr val="tx2"/>
              </a:buClr>
              <a:buFont typeface="Wingdings 2" panose="05020102010507070707"/>
              <a:buChar char=""/>
              <a:defRPr sz="1600" kern="1200">
                <a:solidFill>
                  <a:schemeClr val="tx1"/>
                </a:solidFill>
                <a:latin typeface="+mn-lt"/>
                <a:ea typeface="+mn-ea"/>
                <a:cs typeface="+mn-cs"/>
              </a:defRPr>
            </a:lvl7pPr>
            <a:lvl8pPr marL="2121535" indent="-182880" algn="l" rtl="0" eaLnBrk="1" latinLnBrk="0" hangingPunct="1">
              <a:spcBef>
                <a:spcPct val="20000"/>
              </a:spcBef>
              <a:buClr>
                <a:schemeClr val="tx2"/>
              </a:buClr>
              <a:buFont typeface="Wingdings 2" panose="05020102010507070707"/>
              <a:buChar char=""/>
              <a:defRPr sz="1400" kern="1200">
                <a:solidFill>
                  <a:schemeClr val="tx1"/>
                </a:solidFill>
                <a:latin typeface="+mn-lt"/>
                <a:ea typeface="+mn-ea"/>
                <a:cs typeface="+mn-cs"/>
              </a:defRPr>
            </a:lvl8pPr>
            <a:lvl9pPr marL="2322830" indent="-182880" algn="l" rtl="0" eaLnBrk="1" latinLnBrk="0" hangingPunct="1">
              <a:spcBef>
                <a:spcPct val="20000"/>
              </a:spcBef>
              <a:buClr>
                <a:schemeClr val="tx2"/>
              </a:buClr>
              <a:buFont typeface="Wingdings 2" panose="05020102010507070707"/>
              <a:buChar char=""/>
              <a:defRPr sz="1400" kern="1200">
                <a:solidFill>
                  <a:schemeClr val="tx1"/>
                </a:solidFill>
                <a:latin typeface="+mn-lt"/>
                <a:ea typeface="+mn-ea"/>
                <a:cs typeface="+mn-cs"/>
              </a:defRPr>
            </a:lvl9pPr>
          </a:lstStyle>
          <a:p>
            <a:pPr>
              <a:defRPr/>
            </a:pPr>
            <a:r>
              <a:rPr lang="en-US" dirty="0">
                <a:solidFill>
                  <a:schemeClr val="tx1"/>
                </a:solidFill>
              </a:rPr>
              <a:t>Inserting an image with </a:t>
            </a:r>
            <a:r>
              <a:rPr lang="en-US" noProof="1">
                <a:solidFill>
                  <a:schemeClr val="tx1"/>
                </a:solidFill>
                <a:latin typeface="Consolas" panose="020B0609020204030204" pitchFamily="49" charset="0"/>
                <a:cs typeface="Consolas" panose="020B0609020204030204" pitchFamily="49" charset="0"/>
              </a:rPr>
              <a:t>&lt;img&gt;</a:t>
            </a:r>
            <a:r>
              <a:rPr lang="en-US" dirty="0">
                <a:solidFill>
                  <a:schemeClr val="tx1"/>
                </a:solidFill>
              </a:rPr>
              <a:t> tag:</a:t>
            </a:r>
          </a:p>
          <a:p>
            <a:pPr>
              <a:defRPr/>
            </a:pPr>
            <a:endParaRPr lang="en-US" dirty="0">
              <a:solidFill>
                <a:schemeClr val="tx1"/>
              </a:solidFill>
            </a:endParaRPr>
          </a:p>
          <a:p>
            <a:pPr>
              <a:spcBef>
                <a:spcPts val="0"/>
              </a:spcBef>
              <a:defRPr/>
            </a:pPr>
            <a:r>
              <a:rPr lang="en-US" dirty="0">
                <a:solidFill>
                  <a:schemeClr val="tx1"/>
                </a:solidFill>
              </a:rPr>
              <a:t>Image attributes:</a:t>
            </a:r>
          </a:p>
          <a:p>
            <a:pPr>
              <a:defRPr/>
            </a:pPr>
            <a:endParaRPr lang="en-US" b="0" dirty="0">
              <a:solidFill>
                <a:schemeClr val="tx1"/>
              </a:solidFill>
              <a:effectLst>
                <a:outerShdw blurRad="38100" dist="38100" dir="2700000" algn="tl">
                  <a:srgbClr val="000000"/>
                </a:outerShdw>
              </a:effectLst>
              <a:latin typeface="Courier New" panose="02070309020205020404" pitchFamily="49" charset="0"/>
            </a:endParaRPr>
          </a:p>
          <a:p>
            <a:pPr>
              <a:defRPr/>
            </a:pPr>
            <a:endParaRPr lang="en-US" b="0" dirty="0">
              <a:solidFill>
                <a:schemeClr val="tx1"/>
              </a:solidFill>
              <a:effectLst>
                <a:outerShdw blurRad="38100" dist="38100" dir="2700000" algn="tl">
                  <a:srgbClr val="000000"/>
                </a:outerShdw>
              </a:effectLst>
              <a:latin typeface="Courier New" panose="02070309020205020404" pitchFamily="49" charset="0"/>
            </a:endParaRPr>
          </a:p>
          <a:p>
            <a:pPr marL="0" indent="0">
              <a:spcBef>
                <a:spcPts val="1200"/>
              </a:spcBef>
              <a:buNone/>
              <a:defRPr/>
            </a:pPr>
            <a:endParaRPr lang="en-US" dirty="0">
              <a:solidFill>
                <a:schemeClr val="tx1"/>
              </a:solidFill>
            </a:endParaRPr>
          </a:p>
          <a:p>
            <a:pPr>
              <a:spcBef>
                <a:spcPts val="1200"/>
              </a:spcBef>
              <a:defRPr/>
            </a:pPr>
            <a:r>
              <a:rPr lang="en-US" dirty="0">
                <a:solidFill>
                  <a:schemeClr val="tx1"/>
                </a:solidFill>
              </a:rPr>
              <a:t>Example:</a:t>
            </a:r>
            <a:endParaRPr lang="en-US" b="0" dirty="0">
              <a:solidFill>
                <a:schemeClr val="tx1"/>
              </a:solidFill>
              <a:effectLst>
                <a:outerShdw blurRad="38100" dist="38100" dir="2700000" algn="tl">
                  <a:srgbClr val="000000"/>
                </a:outerShdw>
              </a:effectLst>
              <a:latin typeface="Courier New" panose="02070309020205020404" pitchFamily="49" charset="0"/>
            </a:endParaRPr>
          </a:p>
          <a:p>
            <a:pPr>
              <a:defRPr/>
            </a:pPr>
            <a:endParaRPr lang="en-US" b="0" dirty="0">
              <a:solidFill>
                <a:srgbClr val="426790"/>
              </a:solidFill>
              <a:effectLst>
                <a:outerShdw blurRad="38100" dist="38100" dir="2700000" algn="tl">
                  <a:srgbClr val="000000"/>
                </a:outerShdw>
              </a:effectLst>
              <a:latin typeface="Courier New" panose="02070309020205020404" pitchFamily="49" charset="0"/>
            </a:endParaRPr>
          </a:p>
        </p:txBody>
      </p:sp>
      <p:sp>
        <p:nvSpPr>
          <p:cNvPr id="917506" name="Rectangle 2"/>
          <p:cNvSpPr>
            <a:spLocks noGrp="1" noChangeArrowheads="1"/>
          </p:cNvSpPr>
          <p:nvPr>
            <p:ph type="title"/>
          </p:nvPr>
        </p:nvSpPr>
        <p:spPr>
          <a:xfrm>
            <a:off x="2667001" y="322366"/>
            <a:ext cx="6571343" cy="896835"/>
          </a:xfrm>
        </p:spPr>
        <p:txBody>
          <a:bodyPr/>
          <a:lstStyle/>
          <a:p>
            <a:pPr eaLnBrk="0" hangingPunct="0">
              <a:lnSpc>
                <a:spcPts val="4000"/>
              </a:lnSpc>
              <a:defRPr/>
            </a:pPr>
            <a:r>
              <a:rPr lang="en-US" sz="4000" dirty="0">
                <a:effectLst>
                  <a:outerShdw blurRad="38100" dist="38100" dir="2700000" algn="tl">
                    <a:srgbClr val="000000">
                      <a:alpha val="43137"/>
                    </a:srgbClr>
                  </a:outerShdw>
                  <a:reflection blurRad="12700" stA="20000" endPos="50000" dist="12700" dir="5400000" sy="-100000" algn="bl" rotWithShape="0"/>
                </a:effectLst>
              </a:rPr>
              <a:t>Images: </a:t>
            </a:r>
            <a:r>
              <a:rPr lang="en-US" sz="4000" noProof="1">
                <a:effectLst>
                  <a:outerShdw blurRad="38100" dist="38100" dir="2700000" algn="tl">
                    <a:srgbClr val="000000">
                      <a:alpha val="43137"/>
                    </a:srgbClr>
                  </a:outerShdw>
                  <a:reflection blurRad="12700" stA="20000" endPos="50000" dist="12700" dir="5400000" sy="-100000" algn="bl" rotWithShape="0"/>
                </a:effectLst>
              </a:rPr>
              <a:t>&lt;img&gt;</a:t>
            </a:r>
            <a:r>
              <a:rPr lang="en-US" sz="4000" dirty="0">
                <a:effectLst>
                  <a:outerShdw blurRad="38100" dist="38100" dir="2700000" algn="tl">
                    <a:srgbClr val="000000">
                      <a:alpha val="43137"/>
                    </a:srgbClr>
                  </a:outerShdw>
                  <a:reflection blurRad="12700" stA="20000" endPos="50000" dist="12700" dir="5400000" sy="-100000" algn="bl" rotWithShape="0"/>
                </a:effectLst>
              </a:rPr>
              <a:t> tag</a:t>
            </a:r>
          </a:p>
        </p:txBody>
      </p:sp>
      <p:graphicFrame>
        <p:nvGraphicFramePr>
          <p:cNvPr id="917538" name="Group 34"/>
          <p:cNvGraphicFramePr>
            <a:graphicFrameLocks noGrp="1"/>
          </p:cNvGraphicFramePr>
          <p:nvPr>
            <p:ph idx="1"/>
          </p:nvPr>
        </p:nvGraphicFramePr>
        <p:xfrm>
          <a:off x="2133600" y="3153584"/>
          <a:ext cx="7924800" cy="2194560"/>
        </p:xfrm>
        <a:graphic>
          <a:graphicData uri="http://schemas.openxmlformats.org/drawingml/2006/table">
            <a:tbl>
              <a:tblPr/>
              <a:tblGrid>
                <a:gridCol w="1483731">
                  <a:extLst>
                    <a:ext uri="{9D8B030D-6E8A-4147-A177-3AD203B41FA5}">
                      <a16:colId xmlns:a16="http://schemas.microsoft.com/office/drawing/2014/main" val="20000"/>
                    </a:ext>
                  </a:extLst>
                </a:gridCol>
                <a:gridCol w="6441069">
                  <a:extLst>
                    <a:ext uri="{9D8B030D-6E8A-4147-A177-3AD203B41FA5}">
                      <a16:colId xmlns:a16="http://schemas.microsoft.com/office/drawing/2014/main" val="20001"/>
                    </a:ext>
                  </a:extLst>
                </a:gridCol>
              </a:tblGrid>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noProof="1">
                          <a:ln>
                            <a:noFill/>
                          </a:ln>
                          <a:solidFill>
                            <a:schemeClr val="tx1"/>
                          </a:solidFill>
                          <a:effectLst>
                            <a:outerShdw blurRad="38100" dist="38100" dir="2700000" algn="tl">
                              <a:srgbClr val="000000">
                                <a:alpha val="43137"/>
                              </a:srgbClr>
                            </a:outerShdw>
                          </a:effectLst>
                          <a:latin typeface="+mj-lt"/>
                          <a:cs typeface="Consolas" panose="020B0609020204030204" pitchFamily="49" charset="0"/>
                        </a:rPr>
                        <a:t>src </a:t>
                      </a:r>
                    </a:p>
                  </a:txBody>
                  <a:tcPr marL="96520" marR="96520" horzOverflow="overflow">
                    <a:lnL w="28575"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cs typeface="Times New Roman" panose="02020603050405020304" pitchFamily="18" charset="0"/>
                        </a:rPr>
                        <a:t>Location of image file</a:t>
                      </a: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rPr>
                        <a:t> (relative or absolute)</a:t>
                      </a:r>
                    </a:p>
                  </a:txBody>
                  <a:tcPr marL="96520" marR="96520" horzOverflow="overflow">
                    <a:lnL w="12700"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noProof="1">
                          <a:ln>
                            <a:noFill/>
                          </a:ln>
                          <a:solidFill>
                            <a:schemeClr val="tx1"/>
                          </a:solidFill>
                          <a:effectLst>
                            <a:outerShdw blurRad="38100" dist="38100" dir="2700000" algn="tl">
                              <a:srgbClr val="000000">
                                <a:alpha val="43137"/>
                              </a:srgbClr>
                            </a:outerShdw>
                          </a:effectLst>
                          <a:latin typeface="+mj-lt"/>
                          <a:cs typeface="Consolas" panose="020B0609020204030204" pitchFamily="49" charset="0"/>
                        </a:rPr>
                        <a:t>alt</a:t>
                      </a:r>
                    </a:p>
                  </a:txBody>
                  <a:tcPr marL="96520" marR="96520" horzOverflow="overflow">
                    <a:lnL w="28575"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cs typeface="Times New Roman" panose="02020603050405020304" pitchFamily="18" charset="0"/>
                        </a:rPr>
                        <a:t>Substitute text for display</a:t>
                      </a: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rPr>
                        <a:t> (e.g. in text mode)</a:t>
                      </a:r>
                    </a:p>
                  </a:txBody>
                  <a:tcPr marL="96520" marR="96520" horzOverflow="overflow">
                    <a:lnL w="12700"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noProof="1">
                          <a:ln>
                            <a:noFill/>
                          </a:ln>
                          <a:solidFill>
                            <a:schemeClr val="tx1"/>
                          </a:solidFill>
                          <a:effectLst>
                            <a:outerShdw blurRad="38100" dist="38100" dir="2700000" algn="tl">
                              <a:srgbClr val="000000">
                                <a:alpha val="43137"/>
                              </a:srgbClr>
                            </a:outerShdw>
                          </a:effectLst>
                          <a:latin typeface="+mj-lt"/>
                          <a:cs typeface="Consolas" panose="020B0609020204030204" pitchFamily="49" charset="0"/>
                        </a:rPr>
                        <a:t>height </a:t>
                      </a:r>
                    </a:p>
                  </a:txBody>
                  <a:tcPr marL="96520" marR="96520" horzOverflow="overflow">
                    <a:lnL w="28575"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cs typeface="Times New Roman" panose="02020603050405020304" pitchFamily="18" charset="0"/>
                        </a:rPr>
                        <a:t>Number of pixels of the height</a:t>
                      </a:r>
                      <a:endPar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endParaRPr>
                    </a:p>
                  </a:txBody>
                  <a:tcPr marL="96520" marR="96520" horzOverflow="overflow">
                    <a:lnL w="12700"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noProof="1">
                          <a:ln>
                            <a:noFill/>
                          </a:ln>
                          <a:solidFill>
                            <a:schemeClr val="tx1"/>
                          </a:solidFill>
                          <a:effectLst>
                            <a:outerShdw blurRad="38100" dist="38100" dir="2700000" algn="tl">
                              <a:srgbClr val="000000">
                                <a:alpha val="43137"/>
                              </a:srgbClr>
                            </a:outerShdw>
                          </a:effectLst>
                          <a:latin typeface="+mj-lt"/>
                          <a:cs typeface="Consolas" panose="020B0609020204030204" pitchFamily="49" charset="0"/>
                        </a:rPr>
                        <a:t>width </a:t>
                      </a:r>
                    </a:p>
                  </a:txBody>
                  <a:tcPr marL="96520" marR="96520" horzOverflow="overflow">
                    <a:lnL w="28575"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cs typeface="Times New Roman" panose="02020603050405020304" pitchFamily="18" charset="0"/>
                        </a:rPr>
                        <a:t>Number of pixels of the width</a:t>
                      </a:r>
                      <a:endPar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endParaRPr>
                    </a:p>
                  </a:txBody>
                  <a:tcPr marL="96520" marR="96520" horzOverflow="overflow">
                    <a:lnL w="12700"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noProof="1">
                          <a:ln>
                            <a:noFill/>
                          </a:ln>
                          <a:solidFill>
                            <a:schemeClr val="tx1"/>
                          </a:solidFill>
                          <a:effectLst>
                            <a:outerShdw blurRad="38100" dist="38100" dir="2700000" algn="tl">
                              <a:srgbClr val="000000">
                                <a:alpha val="43137"/>
                              </a:srgbClr>
                            </a:outerShdw>
                          </a:effectLst>
                          <a:latin typeface="+mj-lt"/>
                          <a:cs typeface="Consolas" panose="020B0609020204030204" pitchFamily="49" charset="0"/>
                        </a:rPr>
                        <a:t>border </a:t>
                      </a:r>
                    </a:p>
                  </a:txBody>
                  <a:tcPr marL="96520" marR="96520" horzOverflow="overflow">
                    <a:lnL w="28575" cap="flat" cmpd="sng" algn="ctr">
                      <a:solidFill>
                        <a:schemeClr val="accent5">
                          <a:lumMod val="20000"/>
                          <a:lumOff val="80000"/>
                        </a:schemeClr>
                      </a:solidFill>
                      <a:prstDash val="solid"/>
                      <a:round/>
                      <a:headEnd type="none" w="med" len="med"/>
                      <a:tailEnd type="none" w="med" len="med"/>
                    </a:lnL>
                    <a:lnR w="12700"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pPr>
                      <a:r>
                        <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cs typeface="Times New Roman" panose="02020603050405020304" pitchFamily="18" charset="0"/>
                        </a:rPr>
                        <a:t>Size of border, 0 for no border</a:t>
                      </a:r>
                      <a:endParaRPr kumimoji="1" lang="en-US" sz="2400" b="0" i="0" u="none" strike="noStrike" cap="none" normalizeH="0" baseline="0" dirty="0">
                        <a:ln>
                          <a:noFill/>
                        </a:ln>
                        <a:solidFill>
                          <a:schemeClr val="tx1"/>
                        </a:solidFill>
                        <a:effectLst>
                          <a:outerShdw blurRad="38100" dist="38100" dir="2700000" algn="tl">
                            <a:srgbClr val="000000">
                              <a:alpha val="43137"/>
                            </a:srgbClr>
                          </a:outerShdw>
                        </a:effectLst>
                        <a:latin typeface="+mj-lt"/>
                      </a:endParaRPr>
                    </a:p>
                  </a:txBody>
                  <a:tcPr marL="96520" marR="96520" horzOverflow="overflow">
                    <a:lnL w="12700"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17533" name="Rectangle 29"/>
          <p:cNvSpPr>
            <a:spLocks noChangeArrowheads="1"/>
          </p:cNvSpPr>
          <p:nvPr/>
        </p:nvSpPr>
        <p:spPr bwMode="auto">
          <a:xfrm>
            <a:off x="2133600" y="1879950"/>
            <a:ext cx="7924800" cy="44416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&lt;img src="/img/basd-logo.png"&gt;</a:t>
            </a:r>
          </a:p>
        </p:txBody>
      </p:sp>
      <p:sp>
        <p:nvSpPr>
          <p:cNvPr id="917536" name="Rectangle 32"/>
          <p:cNvSpPr>
            <a:spLocks noChangeArrowheads="1"/>
          </p:cNvSpPr>
          <p:nvPr/>
        </p:nvSpPr>
        <p:spPr bwMode="auto">
          <a:xfrm>
            <a:off x="2133600" y="5779885"/>
            <a:ext cx="7924800" cy="44416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&lt;img src="./php.png" alt="PHP Logo" /&gt;</a:t>
            </a:r>
          </a:p>
        </p:txBody>
      </p:sp>
      <p:sp>
        <p:nvSpPr>
          <p:cNvPr id="7" name="Slide Number Placeholder 3"/>
          <p:cNvSpPr txBox="1"/>
          <p:nvPr/>
        </p:nvSpPr>
        <p:spPr>
          <a:xfrm>
            <a:off x="10134600" y="6553200"/>
            <a:ext cx="457200" cy="228600"/>
          </a:xfrm>
          <a:prstGeom prst="rect">
            <a:avLst/>
          </a:prstGeom>
        </p:spPr>
        <p:txBody>
          <a:bodyPr/>
          <a:lstStyle/>
          <a:p>
            <a:pPr algn="r" fontAlgn="base">
              <a:spcBef>
                <a:spcPct val="0"/>
              </a:spcBef>
              <a:spcAft>
                <a:spcPct val="0"/>
              </a:spcAft>
              <a:defRPr/>
            </a:pPr>
            <a:fld id="{58452FF4-89E3-4D1B-9927-2DBDC00E58D7}" type="slidenum">
              <a:rPr lang="en-US" sz="1100">
                <a:solidFill>
                  <a:srgbClr val="EBFFC2"/>
                </a:solidFill>
                <a:latin typeface="Corbel" panose="020B0503020204020204" pitchFamily="34" charset="0"/>
              </a:rPr>
              <a:t>37</a:t>
            </a:fld>
            <a:endParaRPr lang="en-US" sz="1100" dirty="0">
              <a:solidFill>
                <a:srgbClr val="EBFFC2"/>
              </a:solidFill>
              <a:latin typeface="Corbel" panose="020B0503020204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9554" name="Rectangle 2"/>
          <p:cNvSpPr>
            <a:spLocks noGrp="1" noChangeArrowheads="1"/>
          </p:cNvSpPr>
          <p:nvPr>
            <p:ph type="title"/>
          </p:nvPr>
        </p:nvSpPr>
        <p:spPr>
          <a:xfrm>
            <a:off x="838200" y="308855"/>
            <a:ext cx="10515600" cy="1325563"/>
          </a:xfrm>
        </p:spPr>
        <p:txBody>
          <a:bodyPr/>
          <a:lstStyle/>
          <a:p>
            <a:pPr>
              <a:defRPr/>
            </a:pPr>
            <a:r>
              <a:rPr lang="en-US" dirty="0"/>
              <a:t>Miscellaneous Tags</a:t>
            </a:r>
          </a:p>
        </p:txBody>
      </p:sp>
      <p:sp>
        <p:nvSpPr>
          <p:cNvPr id="919555" name="Rectangle 3"/>
          <p:cNvSpPr>
            <a:spLocks noGrp="1" noChangeArrowheads="1"/>
          </p:cNvSpPr>
          <p:nvPr>
            <p:ph idx="1"/>
          </p:nvPr>
        </p:nvSpPr>
        <p:spPr>
          <a:xfrm>
            <a:off x="838200" y="1371600"/>
            <a:ext cx="10058400" cy="4954479"/>
          </a:xfrm>
        </p:spPr>
        <p:txBody>
          <a:bodyPr>
            <a:normAutofit/>
          </a:bodyPr>
          <a:lstStyle/>
          <a:p>
            <a:pPr>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cs typeface="Consolas" panose="020B0609020204030204" pitchFamily="49" charset="0"/>
              </a:rPr>
              <a:t>&lt;</a:t>
            </a:r>
            <a:r>
              <a:rPr lang="en-US" sz="2800" dirty="0" err="1">
                <a:latin typeface="Cambria" panose="02040503050406030204" pitchFamily="18" charset="0"/>
                <a:ea typeface="Cambria" panose="02040503050406030204" pitchFamily="18" charset="0"/>
                <a:cs typeface="Consolas" panose="020B0609020204030204" pitchFamily="49" charset="0"/>
              </a:rPr>
              <a:t>hr</a:t>
            </a:r>
            <a:r>
              <a:rPr lang="en-US" sz="2800" dirty="0">
                <a:latin typeface="Cambria" panose="02040503050406030204" pitchFamily="18" charset="0"/>
                <a:ea typeface="Cambria" panose="02040503050406030204" pitchFamily="18" charset="0"/>
                <a:cs typeface="Consolas" panose="020B0609020204030204" pitchFamily="49" charset="0"/>
              </a:rPr>
              <a:t>/&gt;</a:t>
            </a:r>
            <a:r>
              <a:rPr lang="en-US" sz="2800" dirty="0">
                <a:latin typeface="Cambria" panose="02040503050406030204" pitchFamily="18" charset="0"/>
                <a:ea typeface="Cambria" panose="02040503050406030204" pitchFamily="18" charset="0"/>
              </a:rPr>
              <a:t>: Draws a horizontal rule (line):</a:t>
            </a:r>
          </a:p>
          <a:p>
            <a:pPr>
              <a:lnSpc>
                <a:spcPct val="150000"/>
              </a:lnSpc>
              <a:buFont typeface="Wingdings" panose="05000000000000000000" pitchFamily="2" charset="2"/>
              <a:buChar char="Ø"/>
              <a:defRPr/>
            </a:pPr>
            <a:endParaRPr lang="en-US" sz="2800" dirty="0">
              <a:effectLst>
                <a:outerShdw blurRad="38100" dist="38100" dir="2700000" algn="tl">
                  <a:srgbClr val="000000"/>
                </a:outerShdw>
              </a:effectLst>
              <a:latin typeface="Cambria" panose="02040503050406030204" pitchFamily="18" charset="0"/>
              <a:ea typeface="Cambria" panose="02040503050406030204" pitchFamily="18" charset="0"/>
            </a:endParaRPr>
          </a:p>
          <a:p>
            <a:pPr>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cs typeface="Consolas" panose="020B0609020204030204" pitchFamily="49" charset="0"/>
              </a:rPr>
              <a:t>&lt;center&gt;&lt;/center&gt;</a:t>
            </a:r>
            <a:r>
              <a:rPr lang="en-US" sz="2800" dirty="0">
                <a:latin typeface="Cambria" panose="02040503050406030204" pitchFamily="18" charset="0"/>
                <a:ea typeface="Cambria" panose="02040503050406030204" pitchFamily="18" charset="0"/>
              </a:rPr>
              <a:t>: </a:t>
            </a:r>
          </a:p>
          <a:p>
            <a:pPr>
              <a:lnSpc>
                <a:spcPct val="150000"/>
              </a:lnSpc>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cs typeface="Consolas" panose="020B0609020204030204" pitchFamily="49" charset="0"/>
              </a:rPr>
              <a:t>&lt;font&gt;&lt;/font&gt;</a:t>
            </a:r>
            <a:r>
              <a:rPr lang="en-US" sz="2800" dirty="0">
                <a:latin typeface="Cambria" panose="02040503050406030204" pitchFamily="18" charset="0"/>
                <a:ea typeface="Cambria" panose="02040503050406030204" pitchFamily="18" charset="0"/>
              </a:rPr>
              <a:t>: </a:t>
            </a:r>
          </a:p>
          <a:p>
            <a:pPr lvl="1">
              <a:defRPr/>
            </a:pPr>
            <a:endParaRPr lang="en-US" sz="2800" dirty="0">
              <a:latin typeface="Cambria" panose="02040503050406030204" pitchFamily="18" charset="0"/>
              <a:ea typeface="Cambria" panose="02040503050406030204" pitchFamily="18" charset="0"/>
            </a:endParaRPr>
          </a:p>
          <a:p>
            <a:pPr lvl="1">
              <a:defRPr/>
            </a:pPr>
            <a:endParaRPr lang="en-US" sz="2800" dirty="0">
              <a:latin typeface="Cambria" panose="02040503050406030204" pitchFamily="18" charset="0"/>
              <a:ea typeface="Cambria" panose="02040503050406030204" pitchFamily="18" charset="0"/>
            </a:endParaRP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38</a:t>
            </a:fld>
            <a:endParaRPr lang="en-US" dirty="0"/>
          </a:p>
        </p:txBody>
      </p:sp>
      <p:sp>
        <p:nvSpPr>
          <p:cNvPr id="919557" name="Rectangle 5"/>
          <p:cNvSpPr>
            <a:spLocks noChangeArrowheads="1"/>
          </p:cNvSpPr>
          <p:nvPr/>
        </p:nvSpPr>
        <p:spPr bwMode="auto">
          <a:xfrm>
            <a:off x="1764872" y="2181766"/>
            <a:ext cx="7853364" cy="44416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&lt;hr size="5" width="70%" /&gt;</a:t>
            </a:r>
          </a:p>
        </p:txBody>
      </p:sp>
      <p:sp>
        <p:nvSpPr>
          <p:cNvPr id="919558" name="Rectangle 6"/>
          <p:cNvSpPr>
            <a:spLocks noChangeArrowheads="1"/>
          </p:cNvSpPr>
          <p:nvPr/>
        </p:nvSpPr>
        <p:spPr bwMode="auto">
          <a:xfrm>
            <a:off x="2014949" y="3779332"/>
            <a:ext cx="7853364" cy="44416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&lt;center&gt;Hello World!&lt;/center&gt;</a:t>
            </a:r>
          </a:p>
        </p:txBody>
      </p:sp>
      <p:sp>
        <p:nvSpPr>
          <p:cNvPr id="919560" name="Rectangle 8"/>
          <p:cNvSpPr>
            <a:spLocks noChangeArrowheads="1"/>
          </p:cNvSpPr>
          <p:nvPr/>
        </p:nvSpPr>
        <p:spPr bwMode="auto">
          <a:xfrm>
            <a:off x="2014949" y="5160146"/>
            <a:ext cx="7853364" cy="83715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&lt;font size="3" color="blue"&gt;Font3&lt;/font&gt;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&lt;font size="+4" color="blue"&gt;Font+4&lt;/font&gt;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pPr>
              <a:defRPr/>
            </a:pPr>
            <a:r>
              <a:rPr lang="en-US" dirty="0"/>
              <a:t>Miscellaneous Tags – Example</a:t>
            </a:r>
            <a:endParaRPr lang="bg-BG" dirty="0"/>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39</a:t>
            </a:fld>
            <a:endParaRPr lang="en-US" dirty="0"/>
          </a:p>
        </p:txBody>
      </p:sp>
      <p:sp>
        <p:nvSpPr>
          <p:cNvPr id="963588" name="Rectangle 4"/>
          <p:cNvSpPr>
            <a:spLocks noChangeArrowheads="1"/>
          </p:cNvSpPr>
          <p:nvPr/>
        </p:nvSpPr>
        <p:spPr bwMode="auto">
          <a:xfrm>
            <a:off x="2132013" y="2019438"/>
            <a:ext cx="7926388" cy="381642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&lt;title&gt;Miscellaneous Tags Example&lt;/title&gt;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&lt;hr size="5" width="70%" /&gt;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&lt;center&gt;Hello World!&lt;/center&gt;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&lt;font size="3" color="blue"&gt;Font3&lt;/font&gt;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6" name="Rectangle 5"/>
          <p:cNvSpPr/>
          <p:nvPr/>
        </p:nvSpPr>
        <p:spPr>
          <a:xfrm>
            <a:off x="2104911" y="1447801"/>
            <a:ext cx="5391378" cy="552587"/>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pPr>
            <a:r>
              <a:rPr lang="en-US" sz="2800" dirty="0">
                <a:effectLst>
                  <a:outerShdw blurRad="38100" dist="38100" dir="2700000" algn="tl">
                    <a:srgbClr val="000000">
                      <a:alpha val="43137"/>
                    </a:srgbClr>
                  </a:outerShdw>
                </a:effectLst>
                <a:latin typeface="Corbel" panose="020B0503020204020204"/>
              </a:rPr>
              <a:t>misc.html</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E1C7BED-BDEE-1894-2B67-FA60A39912A8}"/>
              </a:ext>
            </a:extLst>
          </p:cNvPr>
          <p:cNvSpPr>
            <a:spLocks noGrp="1" noChangeArrowheads="1"/>
          </p:cNvSpPr>
          <p:nvPr>
            <p:ph type="title"/>
          </p:nvPr>
        </p:nvSpPr>
        <p:spPr/>
        <p:txBody>
          <a:bodyPr/>
          <a:lstStyle/>
          <a:p>
            <a:pPr>
              <a:defRPr/>
            </a:pPr>
            <a:r>
              <a:rPr lang="en-US" sz="3200" dirty="0">
                <a:solidFill>
                  <a:srgbClr val="666666"/>
                </a:solidFill>
                <a:latin typeface="+mn-lt"/>
              </a:rPr>
              <a:t>Superscript and Subscript</a:t>
            </a:r>
            <a:endParaRPr lang="bg-BG" altLang="en-US" sz="3200" dirty="0">
              <a:latin typeface="+mn-lt"/>
            </a:endParaRPr>
          </a:p>
        </p:txBody>
      </p:sp>
      <p:sp>
        <p:nvSpPr>
          <p:cNvPr id="7" name="Slide Number Placeholder 3">
            <a:extLst>
              <a:ext uri="{FF2B5EF4-FFF2-40B4-BE49-F238E27FC236}">
                <a16:creationId xmlns:a16="http://schemas.microsoft.com/office/drawing/2014/main" id="{1D2CF461-2A03-1DA7-3C2B-FB7A1D59868F}"/>
              </a:ext>
            </a:extLst>
          </p:cNvPr>
          <p:cNvSpPr>
            <a:spLocks noGrp="1"/>
          </p:cNvSpPr>
          <p:nvPr>
            <p:ph type="sldNum" sz="quarter" idx="12"/>
          </p:nvPr>
        </p:nvSpPr>
        <p:spPr/>
        <p:txBody>
          <a:bodyPr/>
          <a:lstStyle/>
          <a:p>
            <a:pPr>
              <a:defRPr/>
            </a:pPr>
            <a:fld id="{01F5B7F1-A498-422C-A7B0-108C75622D07}" type="slidenum">
              <a:rPr lang="en-US" smtClean="0"/>
              <a:pPr>
                <a:defRPr/>
              </a:pPr>
              <a:t>40</a:t>
            </a:fld>
            <a:endParaRPr lang="en-US" dirty="0"/>
          </a:p>
        </p:txBody>
      </p:sp>
      <p:sp>
        <p:nvSpPr>
          <p:cNvPr id="2" name="TextBox 1">
            <a:extLst>
              <a:ext uri="{FF2B5EF4-FFF2-40B4-BE49-F238E27FC236}">
                <a16:creationId xmlns:a16="http://schemas.microsoft.com/office/drawing/2014/main" id="{D908B9BF-9BB8-AA2E-C3BF-B82894D5C53A}"/>
              </a:ext>
            </a:extLst>
          </p:cNvPr>
          <p:cNvSpPr txBox="1"/>
          <p:nvPr/>
        </p:nvSpPr>
        <p:spPr>
          <a:xfrm>
            <a:off x="457200" y="1443841"/>
            <a:ext cx="4191000" cy="3693319"/>
          </a:xfrm>
          <a:prstGeom prst="rect">
            <a:avLst/>
          </a:prstGeom>
          <a:noFill/>
        </p:spPr>
        <p:txBody>
          <a:bodyPr wrap="square">
            <a:spAutoFit/>
          </a:bodyPr>
          <a:lstStyle/>
          <a:p>
            <a:pPr>
              <a:defRPr/>
            </a:pPr>
            <a:r>
              <a:rPr lang="en-US" b="1" dirty="0">
                <a:solidFill>
                  <a:schemeClr val="accent1"/>
                </a:solidFill>
              </a:rPr>
              <a:t>&lt;sup&gt;</a:t>
            </a:r>
          </a:p>
          <a:p>
            <a:pPr>
              <a:defRPr/>
            </a:pPr>
            <a:r>
              <a:rPr lang="en-US" dirty="0">
                <a:solidFill>
                  <a:srgbClr val="000000"/>
                </a:solidFill>
              </a:rPr>
              <a:t>The </a:t>
            </a:r>
            <a:r>
              <a:rPr lang="en-US" b="1" dirty="0">
                <a:solidFill>
                  <a:srgbClr val="000000"/>
                </a:solidFill>
              </a:rPr>
              <a:t>&lt;sup&gt; </a:t>
            </a:r>
            <a:r>
              <a:rPr lang="en-US" dirty="0">
                <a:solidFill>
                  <a:srgbClr val="000000"/>
                </a:solidFill>
              </a:rPr>
              <a:t>element is used</a:t>
            </a:r>
          </a:p>
          <a:p>
            <a:pPr>
              <a:defRPr/>
            </a:pPr>
            <a:r>
              <a:rPr lang="en-US" dirty="0">
                <a:solidFill>
                  <a:srgbClr val="000000"/>
                </a:solidFill>
              </a:rPr>
              <a:t>to contain characters that</a:t>
            </a:r>
          </a:p>
          <a:p>
            <a:pPr>
              <a:defRPr/>
            </a:pPr>
            <a:r>
              <a:rPr lang="en-US" dirty="0">
                <a:solidFill>
                  <a:srgbClr val="000000"/>
                </a:solidFill>
              </a:rPr>
              <a:t>should be superscript such</a:t>
            </a:r>
          </a:p>
          <a:p>
            <a:pPr>
              <a:defRPr/>
            </a:pPr>
            <a:r>
              <a:rPr lang="en-US" dirty="0">
                <a:solidFill>
                  <a:srgbClr val="000000"/>
                </a:solidFill>
              </a:rPr>
              <a:t>as the suffixes of dates or</a:t>
            </a:r>
          </a:p>
          <a:p>
            <a:pPr>
              <a:defRPr/>
            </a:pPr>
            <a:r>
              <a:rPr lang="en-US" dirty="0">
                <a:solidFill>
                  <a:srgbClr val="000000"/>
                </a:solidFill>
              </a:rPr>
              <a:t>mathematical concepts like</a:t>
            </a:r>
          </a:p>
          <a:p>
            <a:pPr>
              <a:defRPr/>
            </a:pPr>
            <a:r>
              <a:rPr lang="en-US" dirty="0">
                <a:solidFill>
                  <a:srgbClr val="000000"/>
                </a:solidFill>
              </a:rPr>
              <a:t>raising a number to a power such as 2</a:t>
            </a:r>
            <a:r>
              <a:rPr lang="en-US" baseline="30000" dirty="0">
                <a:solidFill>
                  <a:srgbClr val="000000"/>
                </a:solidFill>
              </a:rPr>
              <a:t>2</a:t>
            </a:r>
            <a:r>
              <a:rPr lang="en-US" dirty="0">
                <a:solidFill>
                  <a:srgbClr val="000000"/>
                </a:solidFill>
              </a:rPr>
              <a:t>.</a:t>
            </a:r>
            <a:endParaRPr lang="en-US" dirty="0">
              <a:solidFill>
                <a:schemeClr val="accent1"/>
              </a:solidFill>
            </a:endParaRPr>
          </a:p>
          <a:p>
            <a:pPr>
              <a:defRPr/>
            </a:pPr>
            <a:r>
              <a:rPr lang="en-US" b="1" dirty="0">
                <a:solidFill>
                  <a:schemeClr val="accent1"/>
                </a:solidFill>
              </a:rPr>
              <a:t>&lt;sub&gt;</a:t>
            </a:r>
          </a:p>
          <a:p>
            <a:pPr>
              <a:defRPr/>
            </a:pPr>
            <a:r>
              <a:rPr lang="en-US" dirty="0">
                <a:solidFill>
                  <a:srgbClr val="000000"/>
                </a:solidFill>
              </a:rPr>
              <a:t>The </a:t>
            </a:r>
            <a:r>
              <a:rPr lang="en-US" b="1" dirty="0">
                <a:solidFill>
                  <a:srgbClr val="000000"/>
                </a:solidFill>
              </a:rPr>
              <a:t>&lt;sub&gt; </a:t>
            </a:r>
            <a:r>
              <a:rPr lang="en-US" dirty="0">
                <a:solidFill>
                  <a:srgbClr val="000000"/>
                </a:solidFill>
              </a:rPr>
              <a:t>element is used to</a:t>
            </a:r>
          </a:p>
          <a:p>
            <a:pPr>
              <a:defRPr/>
            </a:pPr>
            <a:r>
              <a:rPr lang="en-US" dirty="0">
                <a:solidFill>
                  <a:srgbClr val="000000"/>
                </a:solidFill>
              </a:rPr>
              <a:t>contain characters that should</a:t>
            </a:r>
          </a:p>
          <a:p>
            <a:pPr>
              <a:defRPr/>
            </a:pPr>
            <a:r>
              <a:rPr lang="en-US" dirty="0">
                <a:solidFill>
                  <a:srgbClr val="000000"/>
                </a:solidFill>
              </a:rPr>
              <a:t>be subscript. It is commonly</a:t>
            </a:r>
          </a:p>
          <a:p>
            <a:pPr>
              <a:defRPr/>
            </a:pPr>
            <a:r>
              <a:rPr lang="en-US" dirty="0">
                <a:solidFill>
                  <a:srgbClr val="000000"/>
                </a:solidFill>
              </a:rPr>
              <a:t>used with foot notes or chemical formulas such as H</a:t>
            </a:r>
            <a:r>
              <a:rPr lang="en-US" baseline="-25000" dirty="0">
                <a:solidFill>
                  <a:srgbClr val="000000"/>
                </a:solidFill>
              </a:rPr>
              <a:t>2</a:t>
            </a:r>
            <a:r>
              <a:rPr lang="en-US" dirty="0">
                <a:solidFill>
                  <a:srgbClr val="000000"/>
                </a:solidFill>
              </a:rPr>
              <a:t>0.</a:t>
            </a:r>
            <a:endParaRPr lang="en-US" dirty="0"/>
          </a:p>
        </p:txBody>
      </p:sp>
      <p:sp>
        <p:nvSpPr>
          <p:cNvPr id="3" name="TextBox 2">
            <a:extLst>
              <a:ext uri="{FF2B5EF4-FFF2-40B4-BE49-F238E27FC236}">
                <a16:creationId xmlns:a16="http://schemas.microsoft.com/office/drawing/2014/main" id="{FA0329DE-D9A3-C0BB-048B-443711375C35}"/>
              </a:ext>
            </a:extLst>
          </p:cNvPr>
          <p:cNvSpPr txBox="1"/>
          <p:nvPr/>
        </p:nvSpPr>
        <p:spPr>
          <a:xfrm>
            <a:off x="5103813" y="1700213"/>
            <a:ext cx="6707187" cy="1077912"/>
          </a:xfrm>
          <a:prstGeom prst="rect">
            <a:avLst/>
          </a:prstGeom>
          <a:noFill/>
        </p:spPr>
        <p:txBody>
          <a:bodyPr wrap="square">
            <a:spAutoFit/>
          </a:bodyPr>
          <a:lstStyle/>
          <a:p>
            <a:pPr>
              <a:defRPr/>
            </a:pPr>
            <a:r>
              <a:rPr lang="en-US" sz="1600" b="1" dirty="0">
                <a:solidFill>
                  <a:srgbClr val="00FFFF"/>
                </a:solidFill>
              </a:rPr>
              <a:t>&lt;p&gt;</a:t>
            </a:r>
            <a:r>
              <a:rPr lang="en-US" sz="1600" dirty="0">
                <a:solidFill>
                  <a:srgbClr val="000000"/>
                </a:solidFill>
              </a:rPr>
              <a:t>On the 4</a:t>
            </a:r>
            <a:r>
              <a:rPr lang="en-US" sz="1600" b="1" dirty="0">
                <a:solidFill>
                  <a:srgbClr val="00FFFF"/>
                </a:solidFill>
              </a:rPr>
              <a:t>&lt;sup&gt;</a:t>
            </a:r>
            <a:r>
              <a:rPr lang="en-US" sz="1600" dirty="0" err="1">
                <a:solidFill>
                  <a:srgbClr val="000000"/>
                </a:solidFill>
              </a:rPr>
              <a:t>th</a:t>
            </a:r>
            <a:r>
              <a:rPr lang="en-US" sz="1600" b="1" dirty="0">
                <a:solidFill>
                  <a:srgbClr val="00FFFF"/>
                </a:solidFill>
              </a:rPr>
              <a:t>&lt;/sup&gt; </a:t>
            </a:r>
            <a:r>
              <a:rPr lang="en-US" sz="1600" dirty="0">
                <a:solidFill>
                  <a:srgbClr val="000000"/>
                </a:solidFill>
              </a:rPr>
              <a:t>of September you will learn</a:t>
            </a:r>
          </a:p>
          <a:p>
            <a:pPr>
              <a:defRPr/>
            </a:pPr>
            <a:r>
              <a:rPr lang="en-US" sz="1600" dirty="0">
                <a:solidFill>
                  <a:srgbClr val="000000"/>
                </a:solidFill>
              </a:rPr>
              <a:t>about E=MC</a:t>
            </a:r>
            <a:r>
              <a:rPr lang="en-US" sz="1600" b="1" dirty="0">
                <a:solidFill>
                  <a:srgbClr val="00FFFF"/>
                </a:solidFill>
              </a:rPr>
              <a:t>&lt;sup&gt;</a:t>
            </a:r>
            <a:r>
              <a:rPr lang="en-US" sz="1600" dirty="0">
                <a:solidFill>
                  <a:srgbClr val="000000"/>
                </a:solidFill>
              </a:rPr>
              <a:t>2</a:t>
            </a:r>
            <a:r>
              <a:rPr lang="en-US" sz="1600" b="1" dirty="0">
                <a:solidFill>
                  <a:srgbClr val="00FFFF"/>
                </a:solidFill>
              </a:rPr>
              <a:t>&lt;/sup&gt;</a:t>
            </a:r>
            <a:r>
              <a:rPr lang="en-US" sz="1600" dirty="0">
                <a:solidFill>
                  <a:srgbClr val="000000"/>
                </a:solidFill>
              </a:rPr>
              <a:t>.</a:t>
            </a:r>
            <a:r>
              <a:rPr lang="en-US" sz="1600" b="1" dirty="0">
                <a:solidFill>
                  <a:srgbClr val="00FFFF"/>
                </a:solidFill>
              </a:rPr>
              <a:t>&lt;/p&gt;</a:t>
            </a:r>
          </a:p>
          <a:p>
            <a:pPr>
              <a:defRPr/>
            </a:pPr>
            <a:r>
              <a:rPr lang="en-US" sz="1600" b="1" dirty="0">
                <a:solidFill>
                  <a:srgbClr val="00FFFF"/>
                </a:solidFill>
              </a:rPr>
              <a:t>&lt;p&gt;</a:t>
            </a:r>
            <a:r>
              <a:rPr lang="en-US" sz="1600" dirty="0">
                <a:solidFill>
                  <a:srgbClr val="000000"/>
                </a:solidFill>
              </a:rPr>
              <a:t>The amount of CO</a:t>
            </a:r>
            <a:r>
              <a:rPr lang="en-US" sz="1600" b="1" dirty="0">
                <a:solidFill>
                  <a:srgbClr val="00FFFF"/>
                </a:solidFill>
              </a:rPr>
              <a:t>&lt;sub&gt;</a:t>
            </a:r>
            <a:r>
              <a:rPr lang="en-US" sz="1600" dirty="0">
                <a:solidFill>
                  <a:srgbClr val="000000"/>
                </a:solidFill>
              </a:rPr>
              <a:t>2</a:t>
            </a:r>
            <a:r>
              <a:rPr lang="en-US" sz="1600" b="1" dirty="0">
                <a:solidFill>
                  <a:srgbClr val="00FFFF"/>
                </a:solidFill>
              </a:rPr>
              <a:t>&lt;/sub&gt; </a:t>
            </a:r>
            <a:r>
              <a:rPr lang="en-US" sz="1600" dirty="0">
                <a:solidFill>
                  <a:srgbClr val="000000"/>
                </a:solidFill>
              </a:rPr>
              <a:t>in the atmosphere grew by 2ppm in 2009</a:t>
            </a:r>
            <a:r>
              <a:rPr lang="en-US" sz="1600" b="1" dirty="0">
                <a:solidFill>
                  <a:srgbClr val="00FFFF"/>
                </a:solidFill>
              </a:rPr>
              <a:t>&lt;sub&gt;</a:t>
            </a:r>
            <a:r>
              <a:rPr lang="en-US" sz="1600" dirty="0">
                <a:solidFill>
                  <a:srgbClr val="000000"/>
                </a:solidFill>
              </a:rPr>
              <a:t>1</a:t>
            </a:r>
            <a:r>
              <a:rPr lang="en-US" sz="1600" b="1" dirty="0">
                <a:solidFill>
                  <a:srgbClr val="00FFFF"/>
                </a:solidFill>
              </a:rPr>
              <a:t>&lt;/sub&gt;</a:t>
            </a:r>
            <a:r>
              <a:rPr lang="en-US" sz="1600" dirty="0">
                <a:solidFill>
                  <a:srgbClr val="000000"/>
                </a:solidFill>
              </a:rPr>
              <a:t>.</a:t>
            </a:r>
            <a:r>
              <a:rPr lang="en-US" sz="1600" b="1" dirty="0">
                <a:solidFill>
                  <a:srgbClr val="00FFFF"/>
                </a:solidFill>
              </a:rPr>
              <a:t>&lt;/p&gt;</a:t>
            </a:r>
            <a:endParaRPr lang="en-US" sz="1600" dirty="0"/>
          </a:p>
        </p:txBody>
      </p:sp>
      <p:pic>
        <p:nvPicPr>
          <p:cNvPr id="92167" name="Picture 4">
            <a:extLst>
              <a:ext uri="{FF2B5EF4-FFF2-40B4-BE49-F238E27FC236}">
                <a16:creationId xmlns:a16="http://schemas.microsoft.com/office/drawing/2014/main" id="{408B7FF2-EC88-DF0B-FC1F-2D38023A4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0964" y="3429001"/>
            <a:ext cx="6192836"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70" name="Text Box 6"/>
          <p:cNvSpPr txBox="1">
            <a:spLocks noChangeArrowheads="1"/>
          </p:cNvSpPr>
          <p:nvPr/>
        </p:nvSpPr>
        <p:spPr bwMode="auto">
          <a:xfrm>
            <a:off x="4960870" y="4982240"/>
            <a:ext cx="2215685" cy="1200329"/>
          </a:xfrm>
          <a:prstGeom prst="rect">
            <a:avLst/>
          </a:prstGeom>
          <a:noFill/>
          <a:ln w="38100">
            <a:noFill/>
            <a:miter lim="800000"/>
          </a:ln>
        </p:spPr>
        <p:txBody>
          <a:bodyPr wrap="square">
            <a:spAutoFit/>
          </a:bodyPr>
          <a:lstStyle/>
          <a:p>
            <a:pPr marL="457200" indent="-457200">
              <a:buFontTx/>
              <a:buAutoNum type="alphaLcPeriod"/>
            </a:pPr>
            <a:r>
              <a:rPr lang="en-US" sz="2400" b="1" dirty="0"/>
              <a:t>Apple</a:t>
            </a:r>
          </a:p>
          <a:p>
            <a:pPr marL="457200" indent="-457200">
              <a:buFontTx/>
              <a:buAutoNum type="alphaLcPeriod"/>
            </a:pPr>
            <a:r>
              <a:rPr lang="en-US" sz="2400" b="1" dirty="0"/>
              <a:t>Orange</a:t>
            </a:r>
          </a:p>
          <a:p>
            <a:pPr marL="457200" indent="-457200">
              <a:buFontTx/>
              <a:buAutoNum type="alphaLcPeriod"/>
            </a:pPr>
            <a:r>
              <a:rPr lang="en-US" sz="2400" b="1" dirty="0"/>
              <a:t>Grapefruit</a:t>
            </a:r>
          </a:p>
        </p:txBody>
      </p:sp>
      <p:sp>
        <p:nvSpPr>
          <p:cNvPr id="921602" name="Rectangle 2"/>
          <p:cNvSpPr>
            <a:spLocks noGrp="1" noChangeArrowheads="1"/>
          </p:cNvSpPr>
          <p:nvPr>
            <p:ph type="title"/>
          </p:nvPr>
        </p:nvSpPr>
        <p:spPr>
          <a:xfrm>
            <a:off x="2438400" y="228601"/>
            <a:ext cx="6571343" cy="1049235"/>
          </a:xfrm>
        </p:spPr>
        <p:txBody>
          <a:bodyPr/>
          <a:lstStyle/>
          <a:p>
            <a:pPr>
              <a:defRPr/>
            </a:pPr>
            <a:r>
              <a:rPr lang="en-US" dirty="0"/>
              <a:t>Ordered Lists: </a:t>
            </a:r>
            <a:r>
              <a:rPr lang="en-US" noProof="1"/>
              <a:t>&lt;ol&gt;</a:t>
            </a:r>
            <a:r>
              <a:rPr lang="en-US" dirty="0"/>
              <a:t> Tag</a:t>
            </a:r>
          </a:p>
        </p:txBody>
      </p:sp>
      <p:sp>
        <p:nvSpPr>
          <p:cNvPr id="921603" name="Rectangle 3"/>
          <p:cNvSpPr>
            <a:spLocks noGrp="1" noChangeArrowheads="1"/>
          </p:cNvSpPr>
          <p:nvPr>
            <p:ph idx="1"/>
          </p:nvPr>
        </p:nvSpPr>
        <p:spPr>
          <a:xfrm>
            <a:off x="1295400" y="1066800"/>
            <a:ext cx="9448799" cy="5173308"/>
          </a:xfrm>
        </p:spPr>
        <p:txBody>
          <a:bodyPr/>
          <a:lstStyle/>
          <a:p>
            <a:pPr>
              <a:buFont typeface="Wingdings" panose="05000000000000000000" pitchFamily="2" charset="2"/>
              <a:buChar char="v"/>
              <a:defRPr/>
            </a:pPr>
            <a:r>
              <a:rPr lang="en-US" sz="3000" dirty="0">
                <a:latin typeface="Cambria" panose="02040503050406030204" pitchFamily="18" charset="0"/>
                <a:ea typeface="Cambria" panose="02040503050406030204" pitchFamily="18" charset="0"/>
              </a:rPr>
              <a:t>Create an </a:t>
            </a:r>
            <a:r>
              <a:rPr lang="en-US" sz="3000" dirty="0">
                <a:effectLst>
                  <a:outerShdw blurRad="38100" dist="38100" dir="2700000" algn="tl">
                    <a:srgbClr val="000000"/>
                  </a:outerShdw>
                </a:effectLst>
                <a:latin typeface="Cambria" panose="02040503050406030204" pitchFamily="18" charset="0"/>
                <a:ea typeface="Cambria" panose="02040503050406030204" pitchFamily="18" charset="0"/>
              </a:rPr>
              <a:t>O</a:t>
            </a:r>
            <a:r>
              <a:rPr lang="en-US" sz="3000" dirty="0">
                <a:latin typeface="Cambria" panose="02040503050406030204" pitchFamily="18" charset="0"/>
                <a:ea typeface="Cambria" panose="02040503050406030204" pitchFamily="18" charset="0"/>
              </a:rPr>
              <a:t>rdered </a:t>
            </a:r>
            <a:r>
              <a:rPr lang="en-US" sz="3000" dirty="0">
                <a:effectLst>
                  <a:outerShdw blurRad="38100" dist="38100" dir="2700000" algn="tl">
                    <a:srgbClr val="000000"/>
                  </a:outerShdw>
                </a:effectLst>
                <a:latin typeface="Cambria" panose="02040503050406030204" pitchFamily="18" charset="0"/>
                <a:ea typeface="Cambria" panose="02040503050406030204" pitchFamily="18" charset="0"/>
              </a:rPr>
              <a:t>L</a:t>
            </a:r>
            <a:r>
              <a:rPr lang="en-US" sz="3000" dirty="0">
                <a:latin typeface="Cambria" panose="02040503050406030204" pitchFamily="18" charset="0"/>
                <a:ea typeface="Cambria" panose="02040503050406030204" pitchFamily="18" charset="0"/>
              </a:rPr>
              <a:t>ist using </a:t>
            </a:r>
            <a:r>
              <a:rPr lang="en-US" sz="3000" noProof="1">
                <a:latin typeface="Cambria" panose="02040503050406030204" pitchFamily="18" charset="0"/>
                <a:ea typeface="Cambria" panose="02040503050406030204" pitchFamily="18" charset="0"/>
                <a:cs typeface="Consolas" panose="020B0609020204030204" pitchFamily="49" charset="0"/>
              </a:rPr>
              <a:t>&lt;ol&gt;&lt;/ol&gt;</a:t>
            </a:r>
            <a:r>
              <a:rPr lang="en-US" sz="3000" dirty="0">
                <a:latin typeface="Cambria" panose="02040503050406030204" pitchFamily="18" charset="0"/>
                <a:ea typeface="Cambria" panose="02040503050406030204" pitchFamily="18" charset="0"/>
              </a:rPr>
              <a:t>:</a:t>
            </a:r>
            <a:endParaRPr lang="en-US" sz="3000" noProof="1">
              <a:latin typeface="Cambria" panose="02040503050406030204" pitchFamily="18" charset="0"/>
              <a:ea typeface="Cambria" panose="02040503050406030204" pitchFamily="18" charset="0"/>
              <a:cs typeface="Consolas" panose="020B0609020204030204" pitchFamily="49" charset="0"/>
            </a:endParaRPr>
          </a:p>
          <a:p>
            <a:pPr>
              <a:buFont typeface="Wingdings" panose="05000000000000000000" pitchFamily="2" charset="2"/>
              <a:buChar char="v"/>
              <a:defRPr/>
            </a:pPr>
            <a:endParaRPr lang="en-US" sz="3000" noProof="1">
              <a:latin typeface="Cambria" panose="02040503050406030204" pitchFamily="18" charset="0"/>
              <a:ea typeface="Cambria" panose="02040503050406030204" pitchFamily="18" charset="0"/>
            </a:endParaRPr>
          </a:p>
          <a:p>
            <a:pPr>
              <a:buFont typeface="Wingdings" panose="05000000000000000000" pitchFamily="2" charset="2"/>
              <a:buChar char="v"/>
              <a:defRPr/>
            </a:pPr>
            <a:endParaRPr lang="en-US" sz="3000" dirty="0">
              <a:latin typeface="Cambria" panose="02040503050406030204" pitchFamily="18" charset="0"/>
              <a:ea typeface="Cambria" panose="02040503050406030204" pitchFamily="18" charset="0"/>
            </a:endParaRPr>
          </a:p>
          <a:p>
            <a:pPr>
              <a:buFont typeface="Wingdings" panose="05000000000000000000" pitchFamily="2" charset="2"/>
              <a:buChar char="v"/>
              <a:defRPr/>
            </a:pPr>
            <a:endParaRPr lang="en-US" sz="3000" dirty="0">
              <a:effectLst>
                <a:outerShdw blurRad="38100" dist="38100" dir="2700000" algn="tl">
                  <a:srgbClr val="000000"/>
                </a:outerShdw>
              </a:effectLst>
              <a:latin typeface="Cambria" panose="02040503050406030204" pitchFamily="18" charset="0"/>
              <a:ea typeface="Cambria" panose="02040503050406030204" pitchFamily="18" charset="0"/>
            </a:endParaRPr>
          </a:p>
          <a:p>
            <a:pPr>
              <a:buFont typeface="Wingdings" panose="05000000000000000000" pitchFamily="2" charset="2"/>
              <a:buChar char="v"/>
              <a:defRPr/>
            </a:pPr>
            <a:r>
              <a:rPr lang="en-US" sz="3000" dirty="0">
                <a:latin typeface="Cambria" panose="02040503050406030204" pitchFamily="18" charset="0"/>
                <a:ea typeface="Cambria" panose="02040503050406030204" pitchFamily="18" charset="0"/>
              </a:rPr>
              <a:t>Attribute   values for   </a:t>
            </a:r>
            <a:r>
              <a:rPr lang="en-US" sz="3000" dirty="0">
                <a:latin typeface="Cambria" panose="02040503050406030204" pitchFamily="18" charset="0"/>
                <a:ea typeface="Cambria" panose="02040503050406030204" pitchFamily="18" charset="0"/>
                <a:cs typeface="Consolas" panose="020B0609020204030204" pitchFamily="49" charset="0"/>
              </a:rPr>
              <a:t>type</a:t>
            </a:r>
            <a:r>
              <a:rPr lang="en-US" sz="3000" dirty="0">
                <a:latin typeface="Cambria" panose="02040503050406030204" pitchFamily="18" charset="0"/>
                <a:ea typeface="Cambria" panose="02040503050406030204" pitchFamily="18" charset="0"/>
              </a:rPr>
              <a:t> are  </a:t>
            </a:r>
            <a:r>
              <a:rPr lang="en-US" sz="3000" noProof="1">
                <a:latin typeface="Cambria" panose="02040503050406030204" pitchFamily="18" charset="0"/>
                <a:ea typeface="Cambria" panose="02040503050406030204" pitchFamily="18" charset="0"/>
                <a:cs typeface="Consolas" panose="020B0609020204030204" pitchFamily="49" charset="0"/>
              </a:rPr>
              <a:t>1</a:t>
            </a:r>
            <a:r>
              <a:rPr lang="en-US" sz="3000" dirty="0">
                <a:latin typeface="Cambria" panose="02040503050406030204" pitchFamily="18" charset="0"/>
                <a:ea typeface="Cambria" panose="02040503050406030204" pitchFamily="18" charset="0"/>
              </a:rPr>
              <a:t>, </a:t>
            </a:r>
            <a:r>
              <a:rPr lang="en-US" sz="3000" noProof="1">
                <a:latin typeface="Cambria" panose="02040503050406030204" pitchFamily="18" charset="0"/>
                <a:ea typeface="Cambria" panose="02040503050406030204" pitchFamily="18" charset="0"/>
                <a:cs typeface="Consolas" panose="020B0609020204030204" pitchFamily="49" charset="0"/>
              </a:rPr>
              <a:t>A</a:t>
            </a:r>
            <a:r>
              <a:rPr lang="en-US" sz="3000" dirty="0">
                <a:latin typeface="Cambria" panose="02040503050406030204" pitchFamily="18" charset="0"/>
                <a:ea typeface="Cambria" panose="02040503050406030204" pitchFamily="18" charset="0"/>
              </a:rPr>
              <a:t>, </a:t>
            </a:r>
            <a:r>
              <a:rPr lang="en-US" sz="3000" noProof="1">
                <a:latin typeface="Cambria" panose="02040503050406030204" pitchFamily="18" charset="0"/>
                <a:ea typeface="Cambria" panose="02040503050406030204" pitchFamily="18" charset="0"/>
                <a:cs typeface="Consolas" panose="020B0609020204030204" pitchFamily="49" charset="0"/>
              </a:rPr>
              <a:t>a</a:t>
            </a:r>
            <a:r>
              <a:rPr lang="en-US" sz="3000" dirty="0">
                <a:latin typeface="Cambria" panose="02040503050406030204" pitchFamily="18" charset="0"/>
                <a:ea typeface="Cambria" panose="02040503050406030204" pitchFamily="18" charset="0"/>
              </a:rPr>
              <a:t>, </a:t>
            </a:r>
            <a:r>
              <a:rPr lang="en-US" sz="3000" noProof="1">
                <a:latin typeface="Cambria" panose="02040503050406030204" pitchFamily="18" charset="0"/>
                <a:ea typeface="Cambria" panose="02040503050406030204" pitchFamily="18" charset="0"/>
                <a:cs typeface="Consolas" panose="020B0609020204030204" pitchFamily="49" charset="0"/>
              </a:rPr>
              <a:t>I</a:t>
            </a:r>
            <a:r>
              <a:rPr lang="en-US" sz="3000" dirty="0">
                <a:latin typeface="Cambria" panose="02040503050406030204" pitchFamily="18" charset="0"/>
                <a:ea typeface="Cambria" panose="02040503050406030204" pitchFamily="18" charset="0"/>
              </a:rPr>
              <a:t>, or </a:t>
            </a:r>
            <a:r>
              <a:rPr lang="en-US" sz="3000" noProof="1">
                <a:latin typeface="Cambria" panose="02040503050406030204" pitchFamily="18" charset="0"/>
                <a:ea typeface="Cambria" panose="02040503050406030204" pitchFamily="18" charset="0"/>
                <a:cs typeface="Consolas" panose="020B0609020204030204" pitchFamily="49" charset="0"/>
              </a:rPr>
              <a:t>i</a:t>
            </a:r>
          </a:p>
        </p:txBody>
      </p:sp>
      <p:sp>
        <p:nvSpPr>
          <p:cNvPr id="20" name="Slide Number Placeholder 3"/>
          <p:cNvSpPr>
            <a:spLocks noGrp="1"/>
          </p:cNvSpPr>
          <p:nvPr>
            <p:ph type="sldNum" sz="quarter" idx="12"/>
          </p:nvPr>
        </p:nvSpPr>
        <p:spPr/>
        <p:txBody>
          <a:bodyPr/>
          <a:lstStyle/>
          <a:p>
            <a:pPr>
              <a:defRPr/>
            </a:pPr>
            <a:fld id="{58452FF4-89E3-4D1B-9927-2DBDC00E58D7}" type="slidenum">
              <a:rPr lang="en-US" smtClean="0"/>
              <a:t>41</a:t>
            </a:fld>
            <a:endParaRPr lang="en-US" dirty="0"/>
          </a:p>
        </p:txBody>
      </p:sp>
      <p:sp>
        <p:nvSpPr>
          <p:cNvPr id="62468" name="Text Box 4"/>
          <p:cNvSpPr txBox="1">
            <a:spLocks noChangeArrowheads="1"/>
          </p:cNvSpPr>
          <p:nvPr/>
        </p:nvSpPr>
        <p:spPr bwMode="auto">
          <a:xfrm>
            <a:off x="1929794" y="4138862"/>
            <a:ext cx="1969450" cy="1200329"/>
          </a:xfrm>
          <a:prstGeom prst="rect">
            <a:avLst/>
          </a:prstGeom>
          <a:noFill/>
          <a:ln w="28575">
            <a:noFill/>
            <a:miter lim="800000"/>
          </a:ln>
        </p:spPr>
        <p:txBody>
          <a:bodyPr wrap="none">
            <a:spAutoFit/>
          </a:bodyPr>
          <a:lstStyle/>
          <a:p>
            <a:pPr marL="457200" indent="-457200">
              <a:buFontTx/>
              <a:buAutoNum type="arabicPeriod"/>
            </a:pPr>
            <a:r>
              <a:rPr lang="en-US" sz="2400" b="1" dirty="0"/>
              <a:t>Apple</a:t>
            </a:r>
          </a:p>
          <a:p>
            <a:pPr marL="457200" indent="-457200">
              <a:buFontTx/>
              <a:buAutoNum type="arabicPeriod"/>
            </a:pPr>
            <a:r>
              <a:rPr lang="en-US" sz="2400" b="1" dirty="0"/>
              <a:t>Orange</a:t>
            </a:r>
          </a:p>
          <a:p>
            <a:pPr marL="457200" indent="-457200">
              <a:buFontTx/>
              <a:buAutoNum type="arabicPeriod"/>
            </a:pPr>
            <a:r>
              <a:rPr lang="en-US" sz="2400" b="1" dirty="0"/>
              <a:t>Grapefruit</a:t>
            </a:r>
          </a:p>
        </p:txBody>
      </p:sp>
      <p:sp>
        <p:nvSpPr>
          <p:cNvPr id="62469" name="Text Box 5"/>
          <p:cNvSpPr txBox="1">
            <a:spLocks noChangeArrowheads="1"/>
          </p:cNvSpPr>
          <p:nvPr/>
        </p:nvSpPr>
        <p:spPr bwMode="auto">
          <a:xfrm>
            <a:off x="3074028" y="5428116"/>
            <a:ext cx="2148376" cy="1213167"/>
          </a:xfrm>
          <a:prstGeom prst="rect">
            <a:avLst/>
          </a:prstGeom>
          <a:noFill/>
          <a:ln w="28575">
            <a:noFill/>
            <a:miter lim="800000"/>
          </a:ln>
        </p:spPr>
        <p:txBody>
          <a:bodyPr wrap="square">
            <a:spAutoFit/>
          </a:bodyPr>
          <a:lstStyle/>
          <a:p>
            <a:pPr marL="457200" indent="-457200">
              <a:buFontTx/>
              <a:buAutoNum type="alphaUcPeriod"/>
            </a:pPr>
            <a:r>
              <a:rPr lang="en-US" sz="2400" b="1" dirty="0"/>
              <a:t>Apple</a:t>
            </a:r>
          </a:p>
          <a:p>
            <a:pPr marL="457200" indent="-457200">
              <a:buFontTx/>
              <a:buAutoNum type="alphaUcPeriod"/>
            </a:pPr>
            <a:r>
              <a:rPr lang="en-US" sz="2400" b="1" dirty="0"/>
              <a:t>Orange</a:t>
            </a:r>
          </a:p>
          <a:p>
            <a:pPr marL="457200" indent="-457200">
              <a:buFontTx/>
              <a:buAutoNum type="alphaUcPeriod"/>
            </a:pPr>
            <a:r>
              <a:rPr lang="en-US" sz="2400" b="1" dirty="0"/>
              <a:t>Grapefruit</a:t>
            </a:r>
          </a:p>
        </p:txBody>
      </p:sp>
      <p:sp>
        <p:nvSpPr>
          <p:cNvPr id="62471" name="Text Box 7"/>
          <p:cNvSpPr txBox="1">
            <a:spLocks noChangeArrowheads="1"/>
          </p:cNvSpPr>
          <p:nvPr/>
        </p:nvSpPr>
        <p:spPr bwMode="auto">
          <a:xfrm>
            <a:off x="7075496" y="5281807"/>
            <a:ext cx="1978936" cy="1569660"/>
          </a:xfrm>
          <a:prstGeom prst="rect">
            <a:avLst/>
          </a:prstGeom>
          <a:noFill/>
          <a:ln w="28575">
            <a:noFill/>
            <a:miter lim="800000"/>
          </a:ln>
        </p:spPr>
        <p:txBody>
          <a:bodyPr wrap="square">
            <a:spAutoFit/>
          </a:bodyPr>
          <a:lstStyle/>
          <a:p>
            <a:pPr marL="609600" indent="-609600">
              <a:buFontTx/>
              <a:buAutoNum type="romanUcPeriod"/>
            </a:pPr>
            <a:r>
              <a:rPr lang="en-US" sz="2400" b="1" dirty="0"/>
              <a:t>Apple</a:t>
            </a:r>
          </a:p>
          <a:p>
            <a:pPr marL="609600" indent="-609600">
              <a:buFontTx/>
              <a:buAutoNum type="romanUcPeriod"/>
            </a:pPr>
            <a:r>
              <a:rPr lang="en-US" sz="2400" b="1" dirty="0"/>
              <a:t>Orange</a:t>
            </a:r>
          </a:p>
          <a:p>
            <a:pPr marL="609600" indent="-609600">
              <a:buFontTx/>
              <a:buAutoNum type="romanUcPeriod"/>
            </a:pPr>
            <a:r>
              <a:rPr lang="en-US" sz="2400" b="1" dirty="0"/>
              <a:t>Grapefruit</a:t>
            </a:r>
          </a:p>
        </p:txBody>
      </p:sp>
      <p:sp>
        <p:nvSpPr>
          <p:cNvPr id="62472" name="Text Box 8"/>
          <p:cNvSpPr txBox="1">
            <a:spLocks noChangeArrowheads="1"/>
          </p:cNvSpPr>
          <p:nvPr/>
        </p:nvSpPr>
        <p:spPr bwMode="auto">
          <a:xfrm>
            <a:off x="8413830" y="4196290"/>
            <a:ext cx="2007922" cy="1200329"/>
          </a:xfrm>
          <a:prstGeom prst="rect">
            <a:avLst/>
          </a:prstGeom>
          <a:noFill/>
          <a:ln w="28575">
            <a:noFill/>
            <a:miter lim="800000"/>
          </a:ln>
        </p:spPr>
        <p:txBody>
          <a:bodyPr wrap="none">
            <a:spAutoFit/>
          </a:bodyPr>
          <a:lstStyle/>
          <a:p>
            <a:pPr marL="495300" indent="-495300">
              <a:buFontTx/>
              <a:buAutoNum type="romanLcPeriod"/>
            </a:pPr>
            <a:r>
              <a:rPr lang="en-US" sz="2400" b="1" dirty="0"/>
              <a:t>Apple</a:t>
            </a:r>
          </a:p>
          <a:p>
            <a:pPr marL="495300" indent="-495300">
              <a:buFontTx/>
              <a:buAutoNum type="romanLcPeriod"/>
            </a:pPr>
            <a:r>
              <a:rPr lang="en-US" sz="2400" b="1" dirty="0"/>
              <a:t>Orange</a:t>
            </a:r>
          </a:p>
          <a:p>
            <a:pPr marL="495300" indent="-495300">
              <a:buFontTx/>
              <a:buAutoNum type="romanLcPeriod"/>
            </a:pPr>
            <a:r>
              <a:rPr lang="en-US" sz="2400" b="1" dirty="0"/>
              <a:t>Grapefruit</a:t>
            </a:r>
          </a:p>
        </p:txBody>
      </p:sp>
      <p:sp>
        <p:nvSpPr>
          <p:cNvPr id="921609" name="Line 9"/>
          <p:cNvSpPr>
            <a:spLocks noChangeShapeType="1"/>
          </p:cNvSpPr>
          <p:nvPr/>
        </p:nvSpPr>
        <p:spPr bwMode="auto">
          <a:xfrm flipH="1">
            <a:off x="3463099" y="3719645"/>
            <a:ext cx="3322672" cy="746772"/>
          </a:xfrm>
          <a:prstGeom prst="line">
            <a:avLst/>
          </a:prstGeom>
          <a:ln>
            <a:tailEnd type="stealth" w="lg" len="lg"/>
          </a:ln>
        </p:spPr>
        <p:style>
          <a:lnRef idx="3">
            <a:schemeClr val="accent4"/>
          </a:lnRef>
          <a:fillRef idx="0">
            <a:schemeClr val="accent4"/>
          </a:fillRef>
          <a:effectRef idx="2">
            <a:schemeClr val="accent4"/>
          </a:effectRef>
          <a:fontRef idx="minor">
            <a:schemeClr val="tx1"/>
          </a:fontRef>
        </p:style>
        <p:txBody>
          <a:bodyPr wrap="none"/>
          <a:lstStyle/>
          <a:p>
            <a:pPr>
              <a:defRPr/>
            </a:pPr>
            <a:endParaRPr lang="en-US" dirty="0">
              <a:effectLst>
                <a:outerShdw blurRad="38100" dist="38100" dir="2700000" algn="tl">
                  <a:srgbClr val="000000">
                    <a:alpha val="43137"/>
                  </a:srgbClr>
                </a:outerShdw>
              </a:effectLst>
            </a:endParaRPr>
          </a:p>
        </p:txBody>
      </p:sp>
      <p:sp>
        <p:nvSpPr>
          <p:cNvPr id="921610" name="Oval 10"/>
          <p:cNvSpPr>
            <a:spLocks noChangeArrowheads="1"/>
          </p:cNvSpPr>
          <p:nvPr/>
        </p:nvSpPr>
        <p:spPr bwMode="auto">
          <a:xfrm>
            <a:off x="1871332" y="4000500"/>
            <a:ext cx="539750" cy="1333500"/>
          </a:xfrm>
          <a:prstGeom prst="ellipse">
            <a:avLst/>
          </a:prstGeom>
          <a:noFill/>
          <a:ln w="38100">
            <a:solidFill>
              <a:srgbClr val="00B05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1611" name="Line 11"/>
          <p:cNvSpPr>
            <a:spLocks noChangeShapeType="1"/>
          </p:cNvSpPr>
          <p:nvPr/>
        </p:nvSpPr>
        <p:spPr bwMode="auto">
          <a:xfrm flipH="1">
            <a:off x="3413090" y="3719645"/>
            <a:ext cx="3797482" cy="1686369"/>
          </a:xfrm>
          <a:prstGeom prst="line">
            <a:avLst/>
          </a:prstGeom>
          <a:ln>
            <a:tailEnd type="stealth" w="lg" len="lg"/>
          </a:ln>
        </p:spPr>
        <p:style>
          <a:lnRef idx="3">
            <a:schemeClr val="accent6"/>
          </a:lnRef>
          <a:fillRef idx="0">
            <a:schemeClr val="accent6"/>
          </a:fillRef>
          <a:effectRef idx="2">
            <a:schemeClr val="accent6"/>
          </a:effectRef>
          <a:fontRef idx="minor">
            <a:schemeClr val="tx1"/>
          </a:fontRef>
        </p:style>
        <p:txBody>
          <a:bodyPr wrap="none"/>
          <a:lstStyle/>
          <a:p>
            <a:pPr>
              <a:defRPr/>
            </a:pPr>
            <a:endParaRPr lang="en-US" dirty="0">
              <a:effectLst>
                <a:outerShdw blurRad="38100" dist="38100" dir="2700000" algn="tl">
                  <a:srgbClr val="000000">
                    <a:alpha val="43137"/>
                  </a:srgbClr>
                </a:outerShdw>
              </a:effectLst>
            </a:endParaRPr>
          </a:p>
        </p:txBody>
      </p:sp>
      <p:sp>
        <p:nvSpPr>
          <p:cNvPr id="921612" name="Oval 12"/>
          <p:cNvSpPr>
            <a:spLocks noChangeArrowheads="1"/>
          </p:cNvSpPr>
          <p:nvPr/>
        </p:nvSpPr>
        <p:spPr bwMode="auto">
          <a:xfrm>
            <a:off x="2932654" y="5294313"/>
            <a:ext cx="560823" cy="1371600"/>
          </a:xfrm>
          <a:prstGeom prst="ellipse">
            <a:avLst/>
          </a:prstGeom>
          <a:noFill/>
          <a:ln w="38100">
            <a:solidFill>
              <a:srgbClr val="00B05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1613" name="Line 13"/>
          <p:cNvSpPr>
            <a:spLocks noChangeShapeType="1"/>
          </p:cNvSpPr>
          <p:nvPr/>
        </p:nvSpPr>
        <p:spPr bwMode="auto">
          <a:xfrm flipH="1">
            <a:off x="5392614" y="3683958"/>
            <a:ext cx="2298394" cy="1360315"/>
          </a:xfrm>
          <a:prstGeom prst="line">
            <a:avLst/>
          </a:prstGeom>
          <a:ln>
            <a:solidFill>
              <a:srgbClr val="00B0F0"/>
            </a:solidFill>
            <a:tailEnd type="stealth" w="lg" len="lg"/>
          </a:ln>
        </p:spPr>
        <p:style>
          <a:lnRef idx="2">
            <a:schemeClr val="dk1"/>
          </a:lnRef>
          <a:fillRef idx="0">
            <a:schemeClr val="dk1"/>
          </a:fillRef>
          <a:effectRef idx="1">
            <a:schemeClr val="dk1"/>
          </a:effectRef>
          <a:fontRef idx="minor">
            <a:schemeClr val="tx1"/>
          </a:fontRef>
        </p:style>
        <p:txBody>
          <a:bodyPr wrap="none"/>
          <a:lstStyle/>
          <a:p>
            <a:pPr>
              <a:defRPr/>
            </a:pPr>
            <a:endParaRPr lang="en-US" dirty="0">
              <a:effectLst>
                <a:outerShdw blurRad="38100" dist="38100" dir="2700000" algn="tl">
                  <a:srgbClr val="000000">
                    <a:alpha val="43137"/>
                  </a:srgbClr>
                </a:outerShdw>
              </a:effectLst>
            </a:endParaRPr>
          </a:p>
        </p:txBody>
      </p:sp>
      <p:sp>
        <p:nvSpPr>
          <p:cNvPr id="921614" name="Oval 14"/>
          <p:cNvSpPr>
            <a:spLocks noChangeArrowheads="1"/>
          </p:cNvSpPr>
          <p:nvPr/>
        </p:nvSpPr>
        <p:spPr bwMode="auto">
          <a:xfrm>
            <a:off x="4918598" y="4941906"/>
            <a:ext cx="577850" cy="1276350"/>
          </a:xfrm>
          <a:prstGeom prst="ellipse">
            <a:avLst/>
          </a:prstGeom>
          <a:noFill/>
          <a:ln w="38100">
            <a:solidFill>
              <a:srgbClr val="00B05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1615" name="Line 15"/>
          <p:cNvSpPr>
            <a:spLocks noChangeShapeType="1"/>
          </p:cNvSpPr>
          <p:nvPr/>
        </p:nvSpPr>
        <p:spPr bwMode="auto">
          <a:xfrm flipH="1">
            <a:off x="7432431" y="3719645"/>
            <a:ext cx="521711" cy="1515547"/>
          </a:xfrm>
          <a:prstGeom prst="line">
            <a:avLst/>
          </a:prstGeom>
          <a:ln>
            <a:tailEnd type="stealth" w="lg" len="lg"/>
          </a:ln>
        </p:spPr>
        <p:style>
          <a:lnRef idx="3">
            <a:schemeClr val="accent1"/>
          </a:lnRef>
          <a:fillRef idx="0">
            <a:schemeClr val="accent1"/>
          </a:fillRef>
          <a:effectRef idx="2">
            <a:schemeClr val="accent1"/>
          </a:effectRef>
          <a:fontRef idx="minor">
            <a:schemeClr val="tx1"/>
          </a:fontRef>
        </p:style>
        <p:txBody>
          <a:bodyPr wrap="none"/>
          <a:lstStyle/>
          <a:p>
            <a:pPr>
              <a:defRPr/>
            </a:pPr>
            <a:endParaRPr lang="en-US" dirty="0">
              <a:effectLst>
                <a:outerShdw blurRad="38100" dist="38100" dir="2700000" algn="tl">
                  <a:srgbClr val="000000">
                    <a:alpha val="43137"/>
                  </a:srgbClr>
                </a:outerShdw>
              </a:effectLst>
            </a:endParaRPr>
          </a:p>
        </p:txBody>
      </p:sp>
      <p:sp>
        <p:nvSpPr>
          <p:cNvPr id="921616" name="Oval 16"/>
          <p:cNvSpPr>
            <a:spLocks noChangeArrowheads="1"/>
          </p:cNvSpPr>
          <p:nvPr/>
        </p:nvSpPr>
        <p:spPr bwMode="auto">
          <a:xfrm>
            <a:off x="7030497" y="5221288"/>
            <a:ext cx="639763" cy="1371600"/>
          </a:xfrm>
          <a:prstGeom prst="ellipse">
            <a:avLst/>
          </a:prstGeom>
          <a:noFill/>
          <a:ln w="38100">
            <a:solidFill>
              <a:srgbClr val="00B05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1617" name="Line 17"/>
          <p:cNvSpPr>
            <a:spLocks noChangeShapeType="1"/>
          </p:cNvSpPr>
          <p:nvPr/>
        </p:nvSpPr>
        <p:spPr bwMode="auto">
          <a:xfrm flipH="1">
            <a:off x="8594746" y="3683958"/>
            <a:ext cx="120540" cy="878769"/>
          </a:xfrm>
          <a:prstGeom prst="line">
            <a:avLst/>
          </a:prstGeom>
          <a:ln>
            <a:tailEnd type="stealth" w="lg" len="lg"/>
          </a:ln>
        </p:spPr>
        <p:style>
          <a:lnRef idx="2">
            <a:schemeClr val="accent4"/>
          </a:lnRef>
          <a:fillRef idx="0">
            <a:schemeClr val="accent4"/>
          </a:fillRef>
          <a:effectRef idx="1">
            <a:schemeClr val="accent4"/>
          </a:effectRef>
          <a:fontRef idx="minor">
            <a:schemeClr val="tx1"/>
          </a:fontRef>
        </p:style>
        <p:txBody>
          <a:bodyPr wrap="none"/>
          <a:lstStyle/>
          <a:p>
            <a:pPr>
              <a:defRPr/>
            </a:pPr>
            <a:endParaRPr lang="en-US" dirty="0">
              <a:effectLst>
                <a:outerShdw blurRad="38100" dist="38100" dir="2700000" algn="tl">
                  <a:srgbClr val="000000">
                    <a:alpha val="43137"/>
                  </a:srgbClr>
                </a:outerShdw>
              </a:effectLst>
            </a:endParaRPr>
          </a:p>
        </p:txBody>
      </p:sp>
      <p:sp>
        <p:nvSpPr>
          <p:cNvPr id="921618" name="Oval 18"/>
          <p:cNvSpPr>
            <a:spLocks noChangeArrowheads="1"/>
          </p:cNvSpPr>
          <p:nvPr/>
        </p:nvSpPr>
        <p:spPr bwMode="auto">
          <a:xfrm>
            <a:off x="8305800" y="4122738"/>
            <a:ext cx="612776" cy="1260474"/>
          </a:xfrm>
          <a:prstGeom prst="ellipse">
            <a:avLst/>
          </a:prstGeom>
          <a:noFill/>
          <a:ln w="38100">
            <a:solidFill>
              <a:srgbClr val="00B05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1620" name="Rectangle 20"/>
          <p:cNvSpPr>
            <a:spLocks noChangeArrowheads="1"/>
          </p:cNvSpPr>
          <p:nvPr/>
        </p:nvSpPr>
        <p:spPr bwMode="auto">
          <a:xfrm>
            <a:off x="2425150" y="1550064"/>
            <a:ext cx="8066087" cy="176644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&lt;ol type="1"&gt;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&lt;li&gt;Apple&lt;/li&gt;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&lt;li&gt;Orange&lt;/li&gt;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Grapefruit</a:t>
            </a: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&lt;/li&gt;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&lt;/ol&gt;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a:xfrm>
            <a:off x="2496597" y="206130"/>
            <a:ext cx="6571343" cy="1049235"/>
          </a:xfrm>
        </p:spPr>
        <p:txBody>
          <a:bodyPr>
            <a:normAutofit/>
          </a:bodyPr>
          <a:lstStyle/>
          <a:p>
            <a:pPr>
              <a:defRPr/>
            </a:pPr>
            <a:r>
              <a:rPr lang="en-US" sz="3900" dirty="0"/>
              <a:t>Unordered Lists: </a:t>
            </a:r>
            <a:r>
              <a:rPr lang="en-US" sz="3900" noProof="1"/>
              <a:t>&lt;</a:t>
            </a:r>
            <a:r>
              <a:rPr lang="en-US" sz="3900" dirty="0"/>
              <a:t>u</a:t>
            </a:r>
            <a:r>
              <a:rPr lang="en-US" sz="3900" noProof="1"/>
              <a:t>l&gt;</a:t>
            </a:r>
            <a:r>
              <a:rPr lang="en-US" sz="3900" dirty="0"/>
              <a:t> Tag</a:t>
            </a:r>
          </a:p>
        </p:txBody>
      </p:sp>
      <p:sp>
        <p:nvSpPr>
          <p:cNvPr id="923651" name="Rectangle 3"/>
          <p:cNvSpPr>
            <a:spLocks noGrp="1" noChangeArrowheads="1"/>
          </p:cNvSpPr>
          <p:nvPr>
            <p:ph idx="1"/>
          </p:nvPr>
        </p:nvSpPr>
        <p:spPr>
          <a:xfrm>
            <a:off x="1219033" y="1082675"/>
            <a:ext cx="8686800" cy="5638800"/>
          </a:xfrm>
        </p:spPr>
        <p:txBody>
          <a:bodyPr>
            <a:normAutofit/>
          </a:bodyPr>
          <a:lstStyle/>
          <a:p>
            <a:pPr>
              <a:lnSpc>
                <a:spcPts val="3600"/>
              </a:lnSpc>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Create an </a:t>
            </a:r>
            <a:r>
              <a:rPr lang="en-US" sz="2800" dirty="0">
                <a:effectLst>
                  <a:outerShdw blurRad="38100" dist="38100" dir="2700000" algn="tl">
                    <a:srgbClr val="000000"/>
                  </a:outerShdw>
                </a:effectLst>
                <a:latin typeface="Cambria" panose="02040503050406030204" pitchFamily="18" charset="0"/>
                <a:ea typeface="Cambria" panose="02040503050406030204" pitchFamily="18" charset="0"/>
              </a:rPr>
              <a:t>U</a:t>
            </a:r>
            <a:r>
              <a:rPr lang="en-US" sz="2800" dirty="0">
                <a:latin typeface="Cambria" panose="02040503050406030204" pitchFamily="18" charset="0"/>
                <a:ea typeface="Cambria" panose="02040503050406030204" pitchFamily="18" charset="0"/>
              </a:rPr>
              <a:t>nordered </a:t>
            </a:r>
            <a:r>
              <a:rPr lang="en-US" sz="2800" dirty="0">
                <a:effectLst>
                  <a:outerShdw blurRad="38100" dist="38100" dir="2700000" algn="tl">
                    <a:srgbClr val="000000"/>
                  </a:outerShdw>
                </a:effectLst>
                <a:latin typeface="Cambria" panose="02040503050406030204" pitchFamily="18" charset="0"/>
                <a:ea typeface="Cambria" panose="02040503050406030204" pitchFamily="18" charset="0"/>
              </a:rPr>
              <a:t>L</a:t>
            </a:r>
            <a:r>
              <a:rPr lang="en-US" sz="2800" dirty="0">
                <a:latin typeface="Cambria" panose="02040503050406030204" pitchFamily="18" charset="0"/>
                <a:ea typeface="Cambria" panose="02040503050406030204" pitchFamily="18" charset="0"/>
              </a:rPr>
              <a:t>ist using </a:t>
            </a:r>
            <a:r>
              <a:rPr lang="en-US" sz="2800" noProof="1">
                <a:latin typeface="Cambria" panose="02040503050406030204" pitchFamily="18" charset="0"/>
                <a:ea typeface="Cambria" panose="02040503050406030204" pitchFamily="18" charset="0"/>
                <a:cs typeface="Consolas" panose="020B0609020204030204" pitchFamily="49" charset="0"/>
              </a:rPr>
              <a:t>&lt;ul&gt;&lt;/ul&gt;</a:t>
            </a:r>
            <a:r>
              <a:rPr lang="en-US" sz="2800" dirty="0">
                <a:latin typeface="Cambria" panose="02040503050406030204" pitchFamily="18" charset="0"/>
                <a:ea typeface="Cambria" panose="02040503050406030204" pitchFamily="18" charset="0"/>
              </a:rPr>
              <a:t>:</a:t>
            </a:r>
            <a:endParaRPr lang="en-US" sz="2800" noProof="1">
              <a:latin typeface="Cambria" panose="02040503050406030204" pitchFamily="18" charset="0"/>
              <a:ea typeface="Cambria" panose="02040503050406030204" pitchFamily="18" charset="0"/>
            </a:endParaRPr>
          </a:p>
          <a:p>
            <a:pPr>
              <a:lnSpc>
                <a:spcPts val="3600"/>
              </a:lnSpc>
              <a:buFont typeface="Wingdings" panose="05000000000000000000" pitchFamily="2" charset="2"/>
              <a:buChar char="v"/>
              <a:defRPr/>
            </a:pPr>
            <a:endParaRPr lang="en-US" sz="2800" noProof="1">
              <a:effectLst>
                <a:outerShdw blurRad="38100" dist="38100" dir="2700000" algn="tl">
                  <a:srgbClr val="000000"/>
                </a:outerShdw>
              </a:effectLst>
              <a:latin typeface="Cambria" panose="02040503050406030204" pitchFamily="18" charset="0"/>
              <a:ea typeface="Cambria" panose="02040503050406030204" pitchFamily="18" charset="0"/>
            </a:endParaRPr>
          </a:p>
          <a:p>
            <a:pPr>
              <a:lnSpc>
                <a:spcPts val="3600"/>
              </a:lnSpc>
              <a:buFont typeface="Wingdings" panose="05000000000000000000" pitchFamily="2" charset="2"/>
              <a:buChar char="v"/>
              <a:defRPr/>
            </a:pPr>
            <a:endParaRPr lang="en-US" sz="2800" dirty="0">
              <a:effectLst>
                <a:outerShdw blurRad="38100" dist="38100" dir="2700000" algn="tl">
                  <a:srgbClr val="000000"/>
                </a:outerShdw>
              </a:effectLst>
              <a:latin typeface="Cambria" panose="02040503050406030204" pitchFamily="18" charset="0"/>
              <a:ea typeface="Cambria" panose="02040503050406030204" pitchFamily="18" charset="0"/>
            </a:endParaRPr>
          </a:p>
          <a:p>
            <a:pPr>
              <a:lnSpc>
                <a:spcPts val="3600"/>
              </a:lnSpc>
              <a:buFont typeface="Wingdings" panose="05000000000000000000" pitchFamily="2" charset="2"/>
              <a:buChar char="v"/>
              <a:defRPr/>
            </a:pPr>
            <a:endParaRPr lang="en-US" sz="2800" dirty="0">
              <a:latin typeface="Cambria" panose="02040503050406030204" pitchFamily="18" charset="0"/>
              <a:ea typeface="Cambria" panose="02040503050406030204" pitchFamily="18" charset="0"/>
            </a:endParaRPr>
          </a:p>
          <a:p>
            <a:pPr>
              <a:lnSpc>
                <a:spcPts val="3600"/>
              </a:lnSpc>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Attribute values for </a:t>
            </a:r>
            <a:r>
              <a:rPr lang="en-US" sz="2800" dirty="0">
                <a:latin typeface="Cambria" panose="02040503050406030204" pitchFamily="18" charset="0"/>
                <a:ea typeface="Cambria" panose="02040503050406030204" pitchFamily="18" charset="0"/>
                <a:cs typeface="Consolas" panose="020B0609020204030204" pitchFamily="49" charset="0"/>
              </a:rPr>
              <a:t>type</a:t>
            </a:r>
            <a:r>
              <a:rPr lang="en-US" sz="2800" dirty="0">
                <a:latin typeface="Cambria" panose="02040503050406030204" pitchFamily="18" charset="0"/>
                <a:ea typeface="Cambria" panose="02040503050406030204" pitchFamily="18" charset="0"/>
              </a:rPr>
              <a:t> are:</a:t>
            </a:r>
          </a:p>
          <a:p>
            <a:pPr lvl="1">
              <a:lnSpc>
                <a:spcPts val="36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cs typeface="Consolas" panose="020B0609020204030204" pitchFamily="49" charset="0"/>
              </a:rPr>
              <a:t>disc</a:t>
            </a:r>
            <a:r>
              <a:rPr lang="en-US"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cs typeface="Consolas" panose="020B0609020204030204" pitchFamily="49" charset="0"/>
              </a:rPr>
              <a:t>circle</a:t>
            </a:r>
            <a:r>
              <a:rPr lang="en-US" sz="2800" dirty="0">
                <a:latin typeface="Cambria" panose="02040503050406030204" pitchFamily="18" charset="0"/>
                <a:ea typeface="Cambria" panose="02040503050406030204" pitchFamily="18" charset="0"/>
              </a:rPr>
              <a:t> or </a:t>
            </a:r>
            <a:r>
              <a:rPr lang="en-US" sz="2800" dirty="0">
                <a:latin typeface="Cambria" panose="02040503050406030204" pitchFamily="18" charset="0"/>
                <a:ea typeface="Cambria" panose="02040503050406030204" pitchFamily="18" charset="0"/>
                <a:cs typeface="Consolas" panose="020B0609020204030204" pitchFamily="49" charset="0"/>
              </a:rPr>
              <a:t>square</a:t>
            </a:r>
          </a:p>
        </p:txBody>
      </p:sp>
      <p:sp>
        <p:nvSpPr>
          <p:cNvPr id="14" name="Slide Number Placeholder 3"/>
          <p:cNvSpPr>
            <a:spLocks noGrp="1"/>
          </p:cNvSpPr>
          <p:nvPr>
            <p:ph type="sldNum" sz="quarter" idx="12"/>
          </p:nvPr>
        </p:nvSpPr>
        <p:spPr/>
        <p:txBody>
          <a:bodyPr/>
          <a:lstStyle/>
          <a:p>
            <a:pPr>
              <a:defRPr/>
            </a:pPr>
            <a:fld id="{58452FF4-89E3-4D1B-9927-2DBDC00E58D7}" type="slidenum">
              <a:rPr lang="en-US" smtClean="0">
                <a:solidFill>
                  <a:schemeClr val="tx1"/>
                </a:solidFill>
              </a:rPr>
              <a:t>42</a:t>
            </a:fld>
            <a:endParaRPr lang="en-US" dirty="0">
              <a:solidFill>
                <a:schemeClr val="tx1"/>
              </a:solidFill>
            </a:endParaRPr>
          </a:p>
        </p:txBody>
      </p:sp>
      <p:sp>
        <p:nvSpPr>
          <p:cNvPr id="923652" name="Line 4"/>
          <p:cNvSpPr>
            <a:spLocks noChangeShapeType="1"/>
          </p:cNvSpPr>
          <p:nvPr/>
        </p:nvSpPr>
        <p:spPr bwMode="auto">
          <a:xfrm flipH="1">
            <a:off x="2306096" y="4338370"/>
            <a:ext cx="190501" cy="538430"/>
          </a:xfrm>
          <a:prstGeom prst="line">
            <a:avLst/>
          </a:prstGeom>
          <a:ln>
            <a:headEnd type="none" w="lg" len="sm"/>
            <a:tailEnd type="stealth" w="lg" len="lg"/>
          </a:ln>
        </p:spPr>
        <p:style>
          <a:lnRef idx="3">
            <a:schemeClr val="dk1"/>
          </a:lnRef>
          <a:fillRef idx="0">
            <a:schemeClr val="dk1"/>
          </a:fillRef>
          <a:effectRef idx="2">
            <a:schemeClr val="dk1"/>
          </a:effectRef>
          <a:fontRef idx="minor">
            <a:schemeClr val="tx1"/>
          </a:fontRef>
        </p:style>
        <p:txBody>
          <a:bodyPr wrap="none"/>
          <a:lstStyle/>
          <a:p>
            <a:pPr>
              <a:defRPr/>
            </a:pPr>
            <a:endParaRPr lang="en-US" dirty="0">
              <a:effectLst>
                <a:outerShdw blurRad="38100" dist="38100" dir="2700000" algn="tl">
                  <a:srgbClr val="000000">
                    <a:alpha val="43137"/>
                  </a:srgbClr>
                </a:outerShdw>
              </a:effectLst>
            </a:endParaRPr>
          </a:p>
        </p:txBody>
      </p:sp>
      <p:sp>
        <p:nvSpPr>
          <p:cNvPr id="923653" name="Line 5"/>
          <p:cNvSpPr>
            <a:spLocks noChangeShapeType="1"/>
          </p:cNvSpPr>
          <p:nvPr/>
        </p:nvSpPr>
        <p:spPr bwMode="auto">
          <a:xfrm>
            <a:off x="5244016" y="4338370"/>
            <a:ext cx="2508289" cy="700878"/>
          </a:xfrm>
          <a:prstGeom prst="line">
            <a:avLst/>
          </a:prstGeom>
          <a:noFill/>
          <a:ln w="38100">
            <a:solidFill>
              <a:srgbClr val="FF0000"/>
            </a:solidFill>
            <a:round/>
            <a:headEnd type="none" w="lg" len="sm"/>
            <a:tailEnd type="stealth" w="lg" len="lg"/>
          </a:ln>
          <a:effectLst/>
        </p:spPr>
        <p:txBody>
          <a:bodyPr wrap="none"/>
          <a:lstStyle/>
          <a:p>
            <a:pPr>
              <a:defRPr/>
            </a:pPr>
            <a:endParaRPr lang="en-US" dirty="0">
              <a:effectLst>
                <a:outerShdw blurRad="38100" dist="38100" dir="2700000" algn="tl">
                  <a:srgbClr val="000000">
                    <a:alpha val="43137"/>
                  </a:srgbClr>
                </a:outerShdw>
              </a:effectLst>
            </a:endParaRPr>
          </a:p>
        </p:txBody>
      </p:sp>
      <p:sp>
        <p:nvSpPr>
          <p:cNvPr id="923654" name="Line 6"/>
          <p:cNvSpPr>
            <a:spLocks noChangeShapeType="1"/>
          </p:cNvSpPr>
          <p:nvPr/>
        </p:nvSpPr>
        <p:spPr bwMode="auto">
          <a:xfrm>
            <a:off x="3525129" y="4338370"/>
            <a:ext cx="1483975" cy="767030"/>
          </a:xfrm>
          <a:prstGeom prst="line">
            <a:avLst/>
          </a:prstGeom>
          <a:noFill/>
          <a:ln w="38100">
            <a:solidFill>
              <a:srgbClr val="00B050"/>
            </a:solidFill>
            <a:round/>
            <a:headEnd type="none" w="lg" len="sm"/>
            <a:tailEnd type="stealth" w="lg" len="lg"/>
          </a:ln>
          <a:effectLst/>
        </p:spPr>
        <p:txBody>
          <a:bodyPr wrap="none"/>
          <a:lstStyle/>
          <a:p>
            <a:pPr>
              <a:defRPr/>
            </a:pPr>
            <a:endParaRPr lang="en-US" dirty="0">
              <a:effectLst>
                <a:outerShdw blurRad="38100" dist="38100" dir="2700000" algn="tl">
                  <a:srgbClr val="000000">
                    <a:alpha val="43137"/>
                  </a:srgbClr>
                </a:outerShdw>
              </a:effectLst>
            </a:endParaRPr>
          </a:p>
        </p:txBody>
      </p:sp>
      <p:sp>
        <p:nvSpPr>
          <p:cNvPr id="63495" name="Text Box 7"/>
          <p:cNvSpPr txBox="1">
            <a:spLocks noChangeArrowheads="1"/>
          </p:cNvSpPr>
          <p:nvPr/>
        </p:nvSpPr>
        <p:spPr bwMode="auto">
          <a:xfrm>
            <a:off x="2087544" y="4876800"/>
            <a:ext cx="1676400" cy="1569660"/>
          </a:xfrm>
          <a:prstGeom prst="rect">
            <a:avLst/>
          </a:prstGeom>
          <a:noFill/>
          <a:ln w="9525">
            <a:noFill/>
            <a:miter lim="800000"/>
          </a:ln>
        </p:spPr>
        <p:txBody>
          <a:bodyPr>
            <a:spAutoFit/>
          </a:bodyPr>
          <a:lstStyle/>
          <a:p>
            <a:pPr eaLnBrk="1" hangingPunct="1">
              <a:lnSpc>
                <a:spcPct val="100000"/>
              </a:lnSpc>
              <a:spcBef>
                <a:spcPct val="50000"/>
              </a:spcBef>
              <a:buFontTx/>
              <a:buChar char="•"/>
            </a:pPr>
            <a:r>
              <a:rPr lang="en-US" sz="2400" b="1" dirty="0"/>
              <a:t>  Apple</a:t>
            </a:r>
          </a:p>
          <a:p>
            <a:pPr eaLnBrk="1" hangingPunct="1">
              <a:lnSpc>
                <a:spcPct val="100000"/>
              </a:lnSpc>
              <a:spcBef>
                <a:spcPct val="50000"/>
              </a:spcBef>
              <a:buFontTx/>
              <a:buChar char="•"/>
            </a:pPr>
            <a:r>
              <a:rPr lang="en-US" sz="2400" b="1" dirty="0"/>
              <a:t>  Orange</a:t>
            </a:r>
          </a:p>
          <a:p>
            <a:pPr eaLnBrk="1" hangingPunct="1">
              <a:lnSpc>
                <a:spcPct val="100000"/>
              </a:lnSpc>
              <a:spcBef>
                <a:spcPct val="50000"/>
              </a:spcBef>
              <a:buFontTx/>
              <a:buChar char="•"/>
            </a:pPr>
            <a:r>
              <a:rPr lang="en-US" sz="2400" b="1" dirty="0"/>
              <a:t>  Pear</a:t>
            </a:r>
          </a:p>
        </p:txBody>
      </p:sp>
      <p:sp>
        <p:nvSpPr>
          <p:cNvPr id="63496" name="Text Box 8"/>
          <p:cNvSpPr txBox="1">
            <a:spLocks noChangeArrowheads="1"/>
          </p:cNvSpPr>
          <p:nvPr/>
        </p:nvSpPr>
        <p:spPr bwMode="auto">
          <a:xfrm>
            <a:off x="5009104" y="4876800"/>
            <a:ext cx="1905000" cy="1569660"/>
          </a:xfrm>
          <a:prstGeom prst="rect">
            <a:avLst/>
          </a:prstGeom>
          <a:noFill/>
          <a:ln w="9525">
            <a:noFill/>
            <a:miter lim="800000"/>
          </a:ln>
        </p:spPr>
        <p:txBody>
          <a:bodyPr>
            <a:spAutoFit/>
          </a:bodyPr>
          <a:lstStyle/>
          <a:p>
            <a:pPr eaLnBrk="1" hangingPunct="1">
              <a:lnSpc>
                <a:spcPct val="100000"/>
              </a:lnSpc>
              <a:spcBef>
                <a:spcPct val="50000"/>
              </a:spcBef>
              <a:buFontTx/>
              <a:buChar char="o"/>
            </a:pPr>
            <a:r>
              <a:rPr lang="en-US" sz="2400" b="1" dirty="0"/>
              <a:t>  Apple</a:t>
            </a:r>
          </a:p>
          <a:p>
            <a:pPr eaLnBrk="1" hangingPunct="1">
              <a:lnSpc>
                <a:spcPct val="100000"/>
              </a:lnSpc>
              <a:spcBef>
                <a:spcPct val="50000"/>
              </a:spcBef>
              <a:buFontTx/>
              <a:buChar char="o"/>
            </a:pPr>
            <a:r>
              <a:rPr lang="en-US" sz="2400" b="1" dirty="0"/>
              <a:t>  Orange</a:t>
            </a:r>
          </a:p>
          <a:p>
            <a:pPr eaLnBrk="1" hangingPunct="1">
              <a:lnSpc>
                <a:spcPct val="100000"/>
              </a:lnSpc>
              <a:spcBef>
                <a:spcPct val="50000"/>
              </a:spcBef>
              <a:buFontTx/>
              <a:buChar char="o"/>
            </a:pPr>
            <a:r>
              <a:rPr lang="en-US" sz="2400" b="1" dirty="0"/>
              <a:t>  Pear</a:t>
            </a:r>
          </a:p>
        </p:txBody>
      </p:sp>
      <p:sp>
        <p:nvSpPr>
          <p:cNvPr id="63497" name="Text Box 9"/>
          <p:cNvSpPr txBox="1">
            <a:spLocks noChangeArrowheads="1"/>
          </p:cNvSpPr>
          <p:nvPr/>
        </p:nvSpPr>
        <p:spPr bwMode="auto">
          <a:xfrm>
            <a:off x="7751763" y="4945063"/>
            <a:ext cx="1905000" cy="1569660"/>
          </a:xfrm>
          <a:prstGeom prst="rect">
            <a:avLst/>
          </a:prstGeom>
          <a:noFill/>
          <a:ln w="9525">
            <a:noFill/>
            <a:miter lim="800000"/>
          </a:ln>
        </p:spPr>
        <p:txBody>
          <a:bodyPr>
            <a:spAutoFit/>
          </a:bodyPr>
          <a:lstStyle/>
          <a:p>
            <a:pPr eaLnBrk="1" hangingPunct="1">
              <a:lnSpc>
                <a:spcPct val="100000"/>
              </a:lnSpc>
              <a:spcBef>
                <a:spcPct val="50000"/>
              </a:spcBef>
              <a:buFont typeface="Wingdings" panose="05000000000000000000" pitchFamily="2" charset="2"/>
              <a:buChar char="§"/>
            </a:pPr>
            <a:r>
              <a:rPr lang="en-US" sz="2400" b="1" dirty="0"/>
              <a:t>  Apple</a:t>
            </a:r>
          </a:p>
          <a:p>
            <a:pPr eaLnBrk="1" hangingPunct="1">
              <a:lnSpc>
                <a:spcPct val="100000"/>
              </a:lnSpc>
              <a:spcBef>
                <a:spcPct val="50000"/>
              </a:spcBef>
              <a:buFont typeface="Wingdings" panose="05000000000000000000" pitchFamily="2" charset="2"/>
              <a:buChar char="§"/>
            </a:pPr>
            <a:r>
              <a:rPr lang="en-US" sz="2400" b="1" dirty="0"/>
              <a:t>  Orange</a:t>
            </a:r>
          </a:p>
          <a:p>
            <a:pPr eaLnBrk="1" hangingPunct="1">
              <a:lnSpc>
                <a:spcPct val="100000"/>
              </a:lnSpc>
              <a:spcBef>
                <a:spcPct val="50000"/>
              </a:spcBef>
              <a:buFont typeface="Wingdings" panose="05000000000000000000" pitchFamily="2" charset="2"/>
              <a:buChar char="§"/>
            </a:pPr>
            <a:r>
              <a:rPr lang="en-US" sz="2400" b="1" dirty="0"/>
              <a:t>  Pear</a:t>
            </a:r>
          </a:p>
        </p:txBody>
      </p:sp>
      <p:sp>
        <p:nvSpPr>
          <p:cNvPr id="923658" name="Oval 10"/>
          <p:cNvSpPr>
            <a:spLocks noChangeArrowheads="1"/>
          </p:cNvSpPr>
          <p:nvPr/>
        </p:nvSpPr>
        <p:spPr bwMode="auto">
          <a:xfrm>
            <a:off x="2057400" y="4868863"/>
            <a:ext cx="358776" cy="1655762"/>
          </a:xfrm>
          <a:prstGeom prst="ellipse">
            <a:avLst/>
          </a:prstGeom>
          <a:noFill/>
          <a:ln w="38100">
            <a:solidFill>
              <a:schemeClr val="tx1"/>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3659" name="Oval 11"/>
          <p:cNvSpPr>
            <a:spLocks noChangeArrowheads="1"/>
          </p:cNvSpPr>
          <p:nvPr/>
        </p:nvSpPr>
        <p:spPr bwMode="auto">
          <a:xfrm>
            <a:off x="7696200" y="4868863"/>
            <a:ext cx="447676" cy="1676400"/>
          </a:xfrm>
          <a:prstGeom prst="ellipse">
            <a:avLst/>
          </a:prstGeom>
          <a:noFill/>
          <a:ln w="38100">
            <a:solidFill>
              <a:srgbClr val="C0000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3660" name="Oval 12"/>
          <p:cNvSpPr>
            <a:spLocks noChangeArrowheads="1"/>
          </p:cNvSpPr>
          <p:nvPr/>
        </p:nvSpPr>
        <p:spPr bwMode="auto">
          <a:xfrm>
            <a:off x="4973096" y="4884233"/>
            <a:ext cx="431800" cy="1600200"/>
          </a:xfrm>
          <a:prstGeom prst="ellipse">
            <a:avLst/>
          </a:prstGeom>
          <a:noFill/>
          <a:ln w="38100">
            <a:solidFill>
              <a:srgbClr val="00B050"/>
            </a:solidFill>
            <a:round/>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923662" name="Rectangle 14"/>
          <p:cNvSpPr>
            <a:spLocks noChangeArrowheads="1"/>
          </p:cNvSpPr>
          <p:nvPr/>
        </p:nvSpPr>
        <p:spPr bwMode="auto">
          <a:xfrm>
            <a:off x="2132013" y="1676721"/>
            <a:ext cx="7926388" cy="1785104"/>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&lt;ul type="disk"&gt;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&lt;li&gt;Apple&lt;/li&gt;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&lt;li&gt;Orange&lt;/li&gt;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a:t>
            </a: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Grapefruit</a:t>
            </a: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&lt;/li&gt;</a:t>
            </a:r>
          </a:p>
          <a:p>
            <a:pPr eaLnBrk="0" hangingPunct="0">
              <a:lnSpc>
                <a:spcPct val="110000"/>
              </a:lnSpc>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&lt;/ul&gt;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1890" name="Rectangle 2"/>
          <p:cNvSpPr>
            <a:spLocks noGrp="1" noChangeArrowheads="1"/>
          </p:cNvSpPr>
          <p:nvPr>
            <p:ph type="title"/>
          </p:nvPr>
        </p:nvSpPr>
        <p:spPr/>
        <p:txBody>
          <a:bodyPr/>
          <a:lstStyle/>
          <a:p>
            <a:pPr>
              <a:defRPr/>
            </a:pPr>
            <a:r>
              <a:rPr lang="en-US" dirty="0"/>
              <a:t>Definition lists: &lt;dl&gt; tag</a:t>
            </a:r>
            <a:endParaRPr lang="bg-BG"/>
          </a:p>
        </p:txBody>
      </p:sp>
      <p:sp>
        <p:nvSpPr>
          <p:cNvPr id="1061891" name="Rectangle 3"/>
          <p:cNvSpPr>
            <a:spLocks noGrp="1" noChangeArrowheads="1"/>
          </p:cNvSpPr>
          <p:nvPr>
            <p:ph idx="1"/>
          </p:nvPr>
        </p:nvSpPr>
        <p:spPr>
          <a:xfrm>
            <a:off x="838200" y="1524000"/>
            <a:ext cx="10210800" cy="4862513"/>
          </a:xfrm>
        </p:spPr>
        <p:txBody>
          <a:bodyPr>
            <a:noAutofit/>
          </a:bodyPr>
          <a:lstStyle/>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Create definition lists using </a:t>
            </a:r>
            <a:r>
              <a:rPr lang="en-US" sz="2800" dirty="0">
                <a:latin typeface="Cambria" panose="02040503050406030204" pitchFamily="18" charset="0"/>
                <a:ea typeface="Cambria" panose="02040503050406030204" pitchFamily="18" charset="0"/>
                <a:cs typeface="Consolas" panose="020B0609020204030204" pitchFamily="49" charset="0"/>
              </a:rPr>
              <a:t>&lt;dl&gt;</a:t>
            </a:r>
          </a:p>
          <a:p>
            <a:pPr lvl="1">
              <a:buFont typeface="Wingdings" panose="05000000000000000000" pitchFamily="2" charset="2"/>
              <a:buChar char="Ø"/>
              <a:defRPr/>
            </a:pPr>
            <a:r>
              <a:rPr lang="en-US" sz="2800" dirty="0">
                <a:latin typeface="Cambria" panose="02040503050406030204" pitchFamily="18" charset="0"/>
                <a:ea typeface="Cambria" panose="02040503050406030204" pitchFamily="18" charset="0"/>
              </a:rPr>
              <a:t>Pairs of text and associated definition; text is in </a:t>
            </a:r>
            <a:r>
              <a:rPr lang="en-US" sz="2800" noProof="1">
                <a:latin typeface="Cambria" panose="02040503050406030204" pitchFamily="18" charset="0"/>
                <a:ea typeface="Cambria" panose="02040503050406030204" pitchFamily="18" charset="0"/>
                <a:cs typeface="Consolas" panose="020B0609020204030204" pitchFamily="49" charset="0"/>
              </a:rPr>
              <a:t>&lt;dt&gt;</a:t>
            </a:r>
            <a:r>
              <a:rPr lang="en-US" sz="2800" dirty="0">
                <a:latin typeface="Cambria" panose="02040503050406030204" pitchFamily="18" charset="0"/>
                <a:ea typeface="Cambria" panose="02040503050406030204" pitchFamily="18" charset="0"/>
              </a:rPr>
              <a:t> tag, definition in </a:t>
            </a:r>
            <a:r>
              <a:rPr lang="en-US" sz="2800" noProof="1">
                <a:latin typeface="Cambria" panose="02040503050406030204" pitchFamily="18" charset="0"/>
                <a:ea typeface="Cambria" panose="02040503050406030204" pitchFamily="18" charset="0"/>
                <a:cs typeface="Consolas" panose="020B0609020204030204" pitchFamily="49" charset="0"/>
              </a:rPr>
              <a:t>&lt;dd&gt;</a:t>
            </a:r>
            <a:r>
              <a:rPr lang="en-US" sz="2800" dirty="0">
                <a:latin typeface="Cambria" panose="02040503050406030204" pitchFamily="18" charset="0"/>
                <a:ea typeface="Cambria" panose="02040503050406030204" pitchFamily="18" charset="0"/>
              </a:rPr>
              <a:t> tag</a:t>
            </a:r>
          </a:p>
          <a:p>
            <a:pPr lvl="1">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lvl="1">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lvl="1">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lvl="1">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lvl="1">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lvl="1">
              <a:buFont typeface="Wingdings" panose="05000000000000000000" pitchFamily="2" charset="2"/>
              <a:buChar char="Ø"/>
              <a:defRPr/>
            </a:pPr>
            <a:endParaRPr lang="en-US" sz="2800" dirty="0">
              <a:latin typeface="Cambria" panose="02040503050406030204" pitchFamily="18" charset="0"/>
              <a:ea typeface="Cambria" panose="02040503050406030204" pitchFamily="18" charset="0"/>
            </a:endParaRPr>
          </a:p>
          <a:p>
            <a:pPr lvl="1">
              <a:buFont typeface="Wingdings" panose="05000000000000000000" pitchFamily="2" charset="2"/>
              <a:buChar char="Ø"/>
              <a:defRPr/>
            </a:pPr>
            <a:r>
              <a:rPr lang="en-US" sz="2800" dirty="0">
                <a:latin typeface="Cambria" panose="02040503050406030204" pitchFamily="18" charset="0"/>
                <a:ea typeface="Cambria" panose="02040503050406030204" pitchFamily="18" charset="0"/>
              </a:rPr>
              <a:t>Renders without bullets</a:t>
            </a:r>
          </a:p>
          <a:p>
            <a:pPr lvl="1">
              <a:buFont typeface="Wingdings" panose="05000000000000000000" pitchFamily="2" charset="2"/>
              <a:buChar char="Ø"/>
              <a:defRPr/>
            </a:pPr>
            <a:r>
              <a:rPr lang="en-US" sz="2800" dirty="0">
                <a:latin typeface="Cambria" panose="02040503050406030204" pitchFamily="18" charset="0"/>
                <a:ea typeface="Cambria" panose="02040503050406030204" pitchFamily="18" charset="0"/>
              </a:rPr>
              <a:t>Definition is indented</a:t>
            </a:r>
            <a:endParaRPr lang="bg-BG" sz="2800" dirty="0">
              <a:latin typeface="Cambria" panose="02040503050406030204" pitchFamily="18" charset="0"/>
              <a:ea typeface="Cambria" panose="02040503050406030204" pitchFamily="18" charset="0"/>
            </a:endParaRPr>
          </a:p>
        </p:txBody>
      </p:sp>
      <p:sp>
        <p:nvSpPr>
          <p:cNvPr id="5" name="Slide Number Placeholder 3"/>
          <p:cNvSpPr>
            <a:spLocks noGrp="1"/>
          </p:cNvSpPr>
          <p:nvPr>
            <p:ph type="sldNum" sz="quarter" idx="12"/>
          </p:nvPr>
        </p:nvSpPr>
        <p:spPr/>
        <p:txBody>
          <a:bodyPr/>
          <a:lstStyle/>
          <a:p>
            <a:pPr>
              <a:defRPr/>
            </a:pPr>
            <a:fld id="{58452FF4-89E3-4D1B-9927-2DBDC00E58D7}" type="slidenum">
              <a:rPr lang="en-US" smtClean="0"/>
              <a:t>43</a:t>
            </a:fld>
            <a:endParaRPr lang="en-US" dirty="0"/>
          </a:p>
        </p:txBody>
      </p:sp>
      <p:sp>
        <p:nvSpPr>
          <p:cNvPr id="1061892" name="Rectangle 4"/>
          <p:cNvSpPr>
            <a:spLocks noChangeArrowheads="1"/>
          </p:cNvSpPr>
          <p:nvPr/>
        </p:nvSpPr>
        <p:spPr bwMode="auto">
          <a:xfrm>
            <a:off x="2243931" y="3093887"/>
            <a:ext cx="7704138" cy="230620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&lt;dl&gt;</a:t>
            </a:r>
          </a:p>
          <a:p>
            <a:pPr lvl="1"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&lt;dt&gt;HTML&lt;/dt&gt;</a:t>
            </a:r>
          </a:p>
          <a:p>
            <a:pPr lvl="1"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&lt;dd&gt;A markup language …&lt;/dd&gt;</a:t>
            </a:r>
          </a:p>
          <a:p>
            <a:pPr lvl="1"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&lt;dt&gt;CSS&lt;/dt&gt;</a:t>
            </a:r>
          </a:p>
          <a:p>
            <a:pPr lvl="1"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&lt;dd&gt;Language used to …&lt;/dd&gt;</a:t>
            </a:r>
          </a:p>
          <a:p>
            <a:pPr eaLnBrk="0" hangingPunct="0">
              <a:lnSpc>
                <a:spcPct val="11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&lt;/dl&gt;</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4610" name="Rectangle 2"/>
          <p:cNvSpPr>
            <a:spLocks noGrp="1" noChangeArrowheads="1"/>
          </p:cNvSpPr>
          <p:nvPr>
            <p:ph type="title"/>
          </p:nvPr>
        </p:nvSpPr>
        <p:spPr>
          <a:xfrm>
            <a:off x="2429327" y="335757"/>
            <a:ext cx="6571343" cy="1049235"/>
          </a:xfrm>
        </p:spPr>
        <p:txBody>
          <a:bodyPr/>
          <a:lstStyle/>
          <a:p>
            <a:pPr>
              <a:defRPr/>
            </a:pPr>
            <a:r>
              <a:rPr lang="en-US" dirty="0"/>
              <a:t>Lists – Example</a:t>
            </a:r>
            <a:endParaRPr lang="bg-BG" dirty="0"/>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44</a:t>
            </a:fld>
            <a:endParaRPr lang="en-US" dirty="0"/>
          </a:p>
        </p:txBody>
      </p:sp>
      <p:sp>
        <p:nvSpPr>
          <p:cNvPr id="964612" name="Rectangle 4"/>
          <p:cNvSpPr>
            <a:spLocks noChangeArrowheads="1"/>
          </p:cNvSpPr>
          <p:nvPr/>
        </p:nvSpPr>
        <p:spPr bwMode="auto">
          <a:xfrm>
            <a:off x="1524000" y="1339592"/>
            <a:ext cx="8066087" cy="501675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&lt;ol type="1"&gt;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&lt;li&gt;Apple&lt;/li&gt;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&lt;li&gt;Orange&lt;/li&gt;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&lt;li&gt;Grapefruit&lt;/li&gt;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&lt;/ol&gt;</a:t>
            </a:r>
          </a:p>
          <a:p>
            <a:pPr eaLnBrk="0" hangingPunct="0">
              <a:buClr>
                <a:schemeClr val="accent5">
                  <a:lumMod val="40000"/>
                  <a:lumOff val="60000"/>
                </a:schemeClr>
              </a:buClr>
              <a:buSzPct val="70000"/>
              <a:defRPr/>
            </a:pPr>
            <a:endPar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&lt;ul type="disc"&gt;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&lt;li&gt;Apple&lt;/li&gt;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&lt;li&gt;Orange&lt;/li&gt;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&lt;li&gt;Grapefruit&lt;/li&gt;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&lt;/ul&gt;</a:t>
            </a:r>
          </a:p>
          <a:p>
            <a:pPr eaLnBrk="0" hangingPunct="0">
              <a:buClr>
                <a:schemeClr val="accent5">
                  <a:lumMod val="40000"/>
                  <a:lumOff val="60000"/>
                </a:schemeClr>
              </a:buClr>
              <a:buSzPct val="70000"/>
              <a:defRPr/>
            </a:pPr>
            <a:endPar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&lt;dl&gt;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&lt;dt&gt;HTML&lt;/dt&gt;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&lt;dd&gt;A markup lang…&lt;/dd&gt;</a:t>
            </a:r>
          </a:p>
          <a:p>
            <a:pPr eaLnBrk="0" hangingPunct="0">
              <a:buClr>
                <a:schemeClr val="accent5">
                  <a:lumMod val="40000"/>
                  <a:lumOff val="60000"/>
                </a:schemeClr>
              </a:buClr>
              <a:buSzPct val="70000"/>
              <a:defRPr/>
            </a:pPr>
            <a:r>
              <a:rPr lang="it-IT"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&lt;/dl&gt;</a:t>
            </a:r>
          </a:p>
        </p:txBody>
      </p:sp>
      <p:sp>
        <p:nvSpPr>
          <p:cNvPr id="6" name="Rectangle 5"/>
          <p:cNvSpPr/>
          <p:nvPr/>
        </p:nvSpPr>
        <p:spPr>
          <a:xfrm>
            <a:off x="7848601" y="971414"/>
            <a:ext cx="2238489" cy="552587"/>
          </a:xfrm>
          <a:prstGeom prst="rect">
            <a:avLst/>
          </a:prstGeom>
        </p:spPr>
        <p:txBody>
          <a:bodyPr wrap="square">
            <a:spAutoFit/>
          </a:bodyPr>
          <a:lstStyle/>
          <a:p>
            <a:pPr marL="282575" indent="-282575" algn="r" eaLnBrk="0" hangingPunct="0">
              <a:lnSpc>
                <a:spcPts val="3800"/>
              </a:lnSpc>
              <a:buClr>
                <a:srgbClr val="46A6BD">
                  <a:lumMod val="40000"/>
                  <a:lumOff val="60000"/>
                </a:srgbClr>
              </a:buClr>
              <a:buSzPct val="70000"/>
              <a:tabLst>
                <a:tab pos="282575" algn="l"/>
              </a:tabLst>
            </a:pPr>
            <a:r>
              <a:rPr lang="en-US" sz="28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lists.html</a:t>
            </a:r>
          </a:p>
        </p:txBody>
      </p:sp>
      <p:pic>
        <p:nvPicPr>
          <p:cNvPr id="2" name="Picture 1"/>
          <p:cNvPicPr>
            <a:picLocks noChangeAspect="1"/>
          </p:cNvPicPr>
          <p:nvPr/>
        </p:nvPicPr>
        <p:blipFill>
          <a:blip r:embed="rId3"/>
          <a:stretch>
            <a:fillRect/>
          </a:stretch>
        </p:blipFill>
        <p:spPr>
          <a:xfrm>
            <a:off x="6734174" y="1724606"/>
            <a:ext cx="4467225" cy="2923594"/>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p:txBody>
          <a:bodyPr anchor="ctr" anchorCtr="0">
            <a:noAutofit/>
          </a:bodyPr>
          <a:lstStyle/>
          <a:p>
            <a:pPr eaLnBrk="0" hangingPunct="0">
              <a:lnSpc>
                <a:spcPts val="4000"/>
              </a:lnSpc>
              <a:defRPr/>
            </a:pPr>
            <a:r>
              <a:rPr lang="en-US" sz="4000" dirty="0">
                <a:effectLst>
                  <a:outerShdw blurRad="38100" dist="38100" dir="2700000" algn="tl">
                    <a:srgbClr val="000000">
                      <a:alpha val="43137"/>
                    </a:srgbClr>
                  </a:outerShdw>
                  <a:reflection blurRad="12700" stA="20000" endPos="50000" dist="12700" dir="5400000" sy="-100000" algn="bl" rotWithShape="0"/>
                </a:effectLst>
              </a:rPr>
              <a:t>HTML Special Characters</a:t>
            </a:r>
          </a:p>
        </p:txBody>
      </p:sp>
      <p:grpSp>
        <p:nvGrpSpPr>
          <p:cNvPr id="2" name="Group 151"/>
          <p:cNvGrpSpPr/>
          <p:nvPr/>
        </p:nvGrpSpPr>
        <p:grpSpPr bwMode="auto">
          <a:xfrm>
            <a:off x="2209800" y="1123071"/>
            <a:ext cx="7696200" cy="5334000"/>
            <a:chOff x="518" y="984"/>
            <a:chExt cx="4721" cy="2990"/>
          </a:xfrm>
        </p:grpSpPr>
        <p:sp>
          <p:nvSpPr>
            <p:cNvPr id="925700" name="Rectangle 4"/>
            <p:cNvSpPr>
              <a:spLocks noChangeArrowheads="1"/>
            </p:cNvSpPr>
            <p:nvPr/>
          </p:nvSpPr>
          <p:spPr bwMode="auto">
            <a:xfrm>
              <a:off x="4151" y="351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01" name="Rectangle 5"/>
            <p:cNvSpPr>
              <a:spLocks noChangeArrowheads="1"/>
            </p:cNvSpPr>
            <p:nvPr/>
          </p:nvSpPr>
          <p:spPr bwMode="auto">
            <a:xfrm>
              <a:off x="2881" y="351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&amp;pound;</a:t>
              </a:r>
            </a:p>
          </p:txBody>
        </p:sp>
        <p:sp>
          <p:nvSpPr>
            <p:cNvPr id="925702" name="Rectangle 6"/>
            <p:cNvSpPr>
              <a:spLocks noChangeArrowheads="1"/>
            </p:cNvSpPr>
            <p:nvPr/>
          </p:nvSpPr>
          <p:spPr bwMode="auto">
            <a:xfrm>
              <a:off x="518" y="351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British Pound</a:t>
              </a:r>
            </a:p>
          </p:txBody>
        </p:sp>
        <p:sp>
          <p:nvSpPr>
            <p:cNvPr id="925703" name="Rectangle 7"/>
            <p:cNvSpPr>
              <a:spLocks noChangeArrowheads="1"/>
            </p:cNvSpPr>
            <p:nvPr/>
          </p:nvSpPr>
          <p:spPr bwMode="auto">
            <a:xfrm>
              <a:off x="4151" y="3284"/>
              <a:ext cx="1088"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04" name="Rectangle 8"/>
            <p:cNvSpPr>
              <a:spLocks noChangeArrowheads="1"/>
            </p:cNvSpPr>
            <p:nvPr/>
          </p:nvSpPr>
          <p:spPr bwMode="auto">
            <a:xfrm>
              <a:off x="2881" y="3284"/>
              <a:ext cx="1270"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&amp;#8364;</a:t>
              </a:r>
            </a:p>
          </p:txBody>
        </p:sp>
        <p:sp>
          <p:nvSpPr>
            <p:cNvPr id="925705" name="Rectangle 9"/>
            <p:cNvSpPr>
              <a:spLocks noChangeArrowheads="1"/>
            </p:cNvSpPr>
            <p:nvPr/>
          </p:nvSpPr>
          <p:spPr bwMode="auto">
            <a:xfrm>
              <a:off x="518" y="3284"/>
              <a:ext cx="2363"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Euro</a:t>
              </a:r>
            </a:p>
          </p:txBody>
        </p:sp>
        <p:sp>
          <p:nvSpPr>
            <p:cNvPr id="925706" name="Rectangle 10"/>
            <p:cNvSpPr>
              <a:spLocks noChangeArrowheads="1"/>
            </p:cNvSpPr>
            <p:nvPr/>
          </p:nvSpPr>
          <p:spPr bwMode="auto">
            <a:xfrm>
              <a:off x="4151" y="305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dirty="0">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endPar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p:txBody>
        </p:sp>
        <p:sp>
          <p:nvSpPr>
            <p:cNvPr id="925707" name="Rectangle 11"/>
            <p:cNvSpPr>
              <a:spLocks noChangeArrowheads="1"/>
            </p:cNvSpPr>
            <p:nvPr/>
          </p:nvSpPr>
          <p:spPr bwMode="auto">
            <a:xfrm>
              <a:off x="2881" y="305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&amp;quot;</a:t>
              </a:r>
            </a:p>
          </p:txBody>
        </p:sp>
        <p:sp>
          <p:nvSpPr>
            <p:cNvPr id="925708" name="Rectangle 12"/>
            <p:cNvSpPr>
              <a:spLocks noChangeArrowheads="1"/>
            </p:cNvSpPr>
            <p:nvPr/>
          </p:nvSpPr>
          <p:spPr bwMode="auto">
            <a:xfrm>
              <a:off x="518" y="305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Quotation Mark</a:t>
              </a:r>
            </a:p>
          </p:txBody>
        </p:sp>
        <p:sp>
          <p:nvSpPr>
            <p:cNvPr id="925709" name="Rectangle 13"/>
            <p:cNvSpPr>
              <a:spLocks noChangeArrowheads="1"/>
            </p:cNvSpPr>
            <p:nvPr/>
          </p:nvSpPr>
          <p:spPr bwMode="auto">
            <a:xfrm>
              <a:off x="4151" y="374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10" name="Rectangle 14"/>
            <p:cNvSpPr>
              <a:spLocks noChangeArrowheads="1"/>
            </p:cNvSpPr>
            <p:nvPr/>
          </p:nvSpPr>
          <p:spPr bwMode="auto">
            <a:xfrm>
              <a:off x="2881" y="374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&amp;yen;</a:t>
              </a:r>
            </a:p>
          </p:txBody>
        </p:sp>
        <p:sp>
          <p:nvSpPr>
            <p:cNvPr id="925711" name="Rectangle 15"/>
            <p:cNvSpPr>
              <a:spLocks noChangeArrowheads="1"/>
            </p:cNvSpPr>
            <p:nvPr/>
          </p:nvSpPr>
          <p:spPr bwMode="auto">
            <a:xfrm>
              <a:off x="518" y="374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Japanese Yen</a:t>
              </a:r>
            </a:p>
          </p:txBody>
        </p:sp>
        <p:sp>
          <p:nvSpPr>
            <p:cNvPr id="925712" name="Rectangle 16"/>
            <p:cNvSpPr>
              <a:spLocks noChangeArrowheads="1"/>
            </p:cNvSpPr>
            <p:nvPr/>
          </p:nvSpPr>
          <p:spPr bwMode="auto">
            <a:xfrm>
              <a:off x="4151" y="282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13" name="Rectangle 17"/>
            <p:cNvSpPr>
              <a:spLocks noChangeArrowheads="1"/>
            </p:cNvSpPr>
            <p:nvPr/>
          </p:nvSpPr>
          <p:spPr bwMode="auto">
            <a:xfrm>
              <a:off x="2881" y="282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&amp;mdash;</a:t>
              </a:r>
            </a:p>
          </p:txBody>
        </p:sp>
        <p:sp>
          <p:nvSpPr>
            <p:cNvPr id="925714" name="Rectangle 18"/>
            <p:cNvSpPr>
              <a:spLocks noChangeArrowheads="1"/>
            </p:cNvSpPr>
            <p:nvPr/>
          </p:nvSpPr>
          <p:spPr bwMode="auto">
            <a:xfrm>
              <a:off x="518" y="282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Em Dash</a:t>
              </a:r>
            </a:p>
          </p:txBody>
        </p:sp>
        <p:sp>
          <p:nvSpPr>
            <p:cNvPr id="925715" name="Rectangle 19"/>
            <p:cNvSpPr>
              <a:spLocks noChangeArrowheads="1"/>
            </p:cNvSpPr>
            <p:nvPr/>
          </p:nvSpPr>
          <p:spPr bwMode="auto">
            <a:xfrm>
              <a:off x="4151" y="259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endParaRPr lang="en-US" sz="1900" noProof="1">
                <a:effectLst>
                  <a:outerShdw blurRad="38100" dist="38100" dir="2700000" algn="tl">
                    <a:srgbClr val="000000">
                      <a:alpha val="43137"/>
                    </a:srgbClr>
                  </a:outerShdw>
                </a:effectLst>
                <a:latin typeface="Courier New" panose="02070309020205020404" pitchFamily="49" charset="0"/>
              </a:endParaRPr>
            </a:p>
          </p:txBody>
        </p:sp>
        <p:sp>
          <p:nvSpPr>
            <p:cNvPr id="925716" name="Rectangle 20"/>
            <p:cNvSpPr>
              <a:spLocks noChangeArrowheads="1"/>
            </p:cNvSpPr>
            <p:nvPr/>
          </p:nvSpPr>
          <p:spPr bwMode="auto">
            <a:xfrm>
              <a:off x="2881" y="259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&amp;nbsp;</a:t>
              </a:r>
            </a:p>
          </p:txBody>
        </p:sp>
        <p:sp>
          <p:nvSpPr>
            <p:cNvPr id="925717" name="Rectangle 21"/>
            <p:cNvSpPr>
              <a:spLocks noChangeArrowheads="1"/>
            </p:cNvSpPr>
            <p:nvPr/>
          </p:nvSpPr>
          <p:spPr bwMode="auto">
            <a:xfrm>
              <a:off x="518" y="259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Non-breaking Space</a:t>
              </a:r>
            </a:p>
          </p:txBody>
        </p:sp>
        <p:sp>
          <p:nvSpPr>
            <p:cNvPr id="925718" name="Rectangle 22"/>
            <p:cNvSpPr>
              <a:spLocks noChangeArrowheads="1"/>
            </p:cNvSpPr>
            <p:nvPr/>
          </p:nvSpPr>
          <p:spPr bwMode="auto">
            <a:xfrm>
              <a:off x="4151" y="2364"/>
              <a:ext cx="1088"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a:t>
              </a:r>
            </a:p>
          </p:txBody>
        </p:sp>
        <p:sp>
          <p:nvSpPr>
            <p:cNvPr id="925719" name="Rectangle 23"/>
            <p:cNvSpPr>
              <a:spLocks noChangeArrowheads="1"/>
            </p:cNvSpPr>
            <p:nvPr/>
          </p:nvSpPr>
          <p:spPr bwMode="auto">
            <a:xfrm>
              <a:off x="2881" y="2364"/>
              <a:ext cx="1270"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&amp;amp;</a:t>
              </a:r>
            </a:p>
          </p:txBody>
        </p:sp>
        <p:sp>
          <p:nvSpPr>
            <p:cNvPr id="925720" name="Rectangle 24"/>
            <p:cNvSpPr>
              <a:spLocks noChangeArrowheads="1"/>
            </p:cNvSpPr>
            <p:nvPr/>
          </p:nvSpPr>
          <p:spPr bwMode="auto">
            <a:xfrm>
              <a:off x="518" y="2364"/>
              <a:ext cx="2363"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Ampersand</a:t>
              </a:r>
            </a:p>
          </p:txBody>
        </p:sp>
        <p:sp>
          <p:nvSpPr>
            <p:cNvPr id="925721" name="Rectangle 25"/>
            <p:cNvSpPr>
              <a:spLocks noChangeArrowheads="1"/>
            </p:cNvSpPr>
            <p:nvPr/>
          </p:nvSpPr>
          <p:spPr bwMode="auto">
            <a:xfrm>
              <a:off x="4151" y="213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&gt;</a:t>
              </a:r>
            </a:p>
          </p:txBody>
        </p:sp>
        <p:sp>
          <p:nvSpPr>
            <p:cNvPr id="925722" name="Rectangle 26"/>
            <p:cNvSpPr>
              <a:spLocks noChangeArrowheads="1"/>
            </p:cNvSpPr>
            <p:nvPr/>
          </p:nvSpPr>
          <p:spPr bwMode="auto">
            <a:xfrm>
              <a:off x="2881" y="213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&amp;gt;</a:t>
              </a:r>
            </a:p>
          </p:txBody>
        </p:sp>
        <p:sp>
          <p:nvSpPr>
            <p:cNvPr id="925723" name="Rectangle 27"/>
            <p:cNvSpPr>
              <a:spLocks noChangeArrowheads="1"/>
            </p:cNvSpPr>
            <p:nvPr/>
          </p:nvSpPr>
          <p:spPr bwMode="auto">
            <a:xfrm>
              <a:off x="518" y="213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Greater Than</a:t>
              </a:r>
            </a:p>
          </p:txBody>
        </p:sp>
        <p:sp>
          <p:nvSpPr>
            <p:cNvPr id="925724" name="Rectangle 28"/>
            <p:cNvSpPr>
              <a:spLocks noChangeArrowheads="1"/>
            </p:cNvSpPr>
            <p:nvPr/>
          </p:nvSpPr>
          <p:spPr bwMode="auto">
            <a:xfrm>
              <a:off x="4151" y="190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a:t>
              </a:r>
            </a:p>
          </p:txBody>
        </p:sp>
        <p:sp>
          <p:nvSpPr>
            <p:cNvPr id="925725" name="Rectangle 29"/>
            <p:cNvSpPr>
              <a:spLocks noChangeArrowheads="1"/>
            </p:cNvSpPr>
            <p:nvPr/>
          </p:nvSpPr>
          <p:spPr bwMode="auto">
            <a:xfrm>
              <a:off x="2881" y="190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&amp;lt;</a:t>
              </a:r>
            </a:p>
          </p:txBody>
        </p:sp>
        <p:sp>
          <p:nvSpPr>
            <p:cNvPr id="925726" name="Rectangle 30"/>
            <p:cNvSpPr>
              <a:spLocks noChangeArrowheads="1"/>
            </p:cNvSpPr>
            <p:nvPr/>
          </p:nvSpPr>
          <p:spPr bwMode="auto">
            <a:xfrm>
              <a:off x="518" y="190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Less Than</a:t>
              </a:r>
            </a:p>
          </p:txBody>
        </p:sp>
        <p:sp>
          <p:nvSpPr>
            <p:cNvPr id="925727" name="Rectangle 31"/>
            <p:cNvSpPr>
              <a:spLocks noChangeArrowheads="1"/>
            </p:cNvSpPr>
            <p:nvPr/>
          </p:nvSpPr>
          <p:spPr bwMode="auto">
            <a:xfrm>
              <a:off x="4151" y="167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28" name="Rectangle 32"/>
            <p:cNvSpPr>
              <a:spLocks noChangeArrowheads="1"/>
            </p:cNvSpPr>
            <p:nvPr/>
          </p:nvSpPr>
          <p:spPr bwMode="auto">
            <a:xfrm>
              <a:off x="2881" y="167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&amp;trade;</a:t>
              </a:r>
            </a:p>
          </p:txBody>
        </p:sp>
        <p:sp>
          <p:nvSpPr>
            <p:cNvPr id="925729" name="Rectangle 33"/>
            <p:cNvSpPr>
              <a:spLocks noChangeArrowheads="1"/>
            </p:cNvSpPr>
            <p:nvPr/>
          </p:nvSpPr>
          <p:spPr bwMode="auto">
            <a:xfrm>
              <a:off x="518" y="167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Trademark Sign</a:t>
              </a:r>
            </a:p>
          </p:txBody>
        </p:sp>
        <p:sp>
          <p:nvSpPr>
            <p:cNvPr id="925730" name="Rectangle 34"/>
            <p:cNvSpPr>
              <a:spLocks noChangeArrowheads="1"/>
            </p:cNvSpPr>
            <p:nvPr/>
          </p:nvSpPr>
          <p:spPr bwMode="auto">
            <a:xfrm>
              <a:off x="4151" y="1444"/>
              <a:ext cx="1088"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31" name="Rectangle 35"/>
            <p:cNvSpPr>
              <a:spLocks noChangeArrowheads="1"/>
            </p:cNvSpPr>
            <p:nvPr/>
          </p:nvSpPr>
          <p:spPr bwMode="auto">
            <a:xfrm>
              <a:off x="2881" y="1444"/>
              <a:ext cx="1270"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&amp;reg;</a:t>
              </a:r>
            </a:p>
          </p:txBody>
        </p:sp>
        <p:sp>
          <p:nvSpPr>
            <p:cNvPr id="925732" name="Rectangle 36"/>
            <p:cNvSpPr>
              <a:spLocks noChangeArrowheads="1"/>
            </p:cNvSpPr>
            <p:nvPr/>
          </p:nvSpPr>
          <p:spPr bwMode="auto">
            <a:xfrm>
              <a:off x="518" y="1444"/>
              <a:ext cx="2363" cy="232"/>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Registered Trademark Sign</a:t>
              </a:r>
            </a:p>
          </p:txBody>
        </p:sp>
        <p:sp>
          <p:nvSpPr>
            <p:cNvPr id="925733" name="Rectangle 37"/>
            <p:cNvSpPr>
              <a:spLocks noChangeArrowheads="1"/>
            </p:cNvSpPr>
            <p:nvPr/>
          </p:nvSpPr>
          <p:spPr bwMode="auto">
            <a:xfrm>
              <a:off x="4151" y="1214"/>
              <a:ext cx="1088"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t>
              </a:r>
            </a:p>
          </p:txBody>
        </p:sp>
        <p:sp>
          <p:nvSpPr>
            <p:cNvPr id="925734" name="Rectangle 38"/>
            <p:cNvSpPr>
              <a:spLocks noChangeArrowheads="1"/>
            </p:cNvSpPr>
            <p:nvPr/>
          </p:nvSpPr>
          <p:spPr bwMode="auto">
            <a:xfrm>
              <a:off x="2881" y="1214"/>
              <a:ext cx="1270"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&amp;copy;</a:t>
              </a:r>
            </a:p>
          </p:txBody>
        </p:sp>
        <p:sp>
          <p:nvSpPr>
            <p:cNvPr id="925735" name="Rectangle 39"/>
            <p:cNvSpPr>
              <a:spLocks noChangeArrowheads="1"/>
            </p:cNvSpPr>
            <p:nvPr/>
          </p:nvSpPr>
          <p:spPr bwMode="auto">
            <a:xfrm>
              <a:off x="518" y="1214"/>
              <a:ext cx="2363" cy="230"/>
            </a:xfrm>
            <a:prstGeom prst="rect">
              <a:avLst/>
            </a:prstGeom>
            <a:noFill/>
            <a:ln w="28575">
              <a:noFill/>
              <a:miter lim="800000"/>
            </a:ln>
            <a:effectLst/>
          </p:spPr>
          <p:txBody>
            <a:bodyPr anchor="ctr"/>
            <a:lstStyle/>
            <a:p>
              <a:pPr algn="ctr">
                <a:lnSpc>
                  <a:spcPct val="95000"/>
                </a:lnSpc>
                <a:spcBef>
                  <a:spcPct val="40000"/>
                </a:spcBef>
                <a:buClr>
                  <a:schemeClr val="tx1"/>
                </a:buClr>
                <a:defRPr/>
              </a:pPr>
              <a:r>
                <a:rPr lang="en-US" sz="2000" b="1" dirty="0">
                  <a:effectLst>
                    <a:outerShdw blurRad="38100" dist="38100" dir="2700000" algn="tl">
                      <a:srgbClr val="000000">
                        <a:alpha val="43137"/>
                      </a:srgbClr>
                    </a:outerShdw>
                  </a:effectLst>
                </a:rPr>
                <a:t>Copyright Sign</a:t>
              </a:r>
            </a:p>
          </p:txBody>
        </p:sp>
        <p:sp>
          <p:nvSpPr>
            <p:cNvPr id="925736" name="Rectangle 40"/>
            <p:cNvSpPr>
              <a:spLocks noChangeArrowheads="1"/>
            </p:cNvSpPr>
            <p:nvPr/>
          </p:nvSpPr>
          <p:spPr bwMode="auto">
            <a:xfrm>
              <a:off x="4151" y="984"/>
              <a:ext cx="1088" cy="230"/>
            </a:xfrm>
            <a:prstGeom prst="rect">
              <a:avLst/>
            </a:prstGeom>
            <a:solidFill>
              <a:schemeClr val="accent5">
                <a:lumMod val="75000"/>
                <a:alpha val="50000"/>
              </a:schemeClr>
            </a:solidFill>
            <a:ln w="28575">
              <a:noFill/>
              <a:miter lim="800000"/>
            </a:ln>
            <a:effectLst/>
          </p:spPr>
          <p:txBody>
            <a:bodyPr anchor="ctr"/>
            <a:lstStyle/>
            <a:p>
              <a:pPr algn="ctr">
                <a:lnSpc>
                  <a:spcPct val="95000"/>
                </a:lnSpc>
                <a:spcBef>
                  <a:spcPct val="40000"/>
                </a:spcBef>
                <a:buClr>
                  <a:schemeClr val="tx1"/>
                </a:buClr>
                <a:defRPr/>
              </a:pPr>
              <a:r>
                <a:rPr lang="en-US" sz="2400" b="1" dirty="0">
                  <a:effectLst>
                    <a:outerShdw blurRad="38100" dist="38100" dir="2700000" algn="tl">
                      <a:srgbClr val="000000">
                        <a:alpha val="43137"/>
                      </a:srgbClr>
                    </a:outerShdw>
                  </a:effectLst>
                </a:rPr>
                <a:t>Symbol</a:t>
              </a:r>
            </a:p>
          </p:txBody>
        </p:sp>
        <p:sp>
          <p:nvSpPr>
            <p:cNvPr id="925737" name="Rectangle 41"/>
            <p:cNvSpPr>
              <a:spLocks noChangeArrowheads="1"/>
            </p:cNvSpPr>
            <p:nvPr/>
          </p:nvSpPr>
          <p:spPr bwMode="auto">
            <a:xfrm>
              <a:off x="2881" y="984"/>
              <a:ext cx="1270" cy="230"/>
            </a:xfrm>
            <a:prstGeom prst="rect">
              <a:avLst/>
            </a:prstGeom>
            <a:solidFill>
              <a:schemeClr val="accent5">
                <a:lumMod val="75000"/>
                <a:alpha val="50000"/>
              </a:schemeClr>
            </a:solidFill>
            <a:ln w="28575">
              <a:noFill/>
              <a:miter lim="800000"/>
            </a:ln>
            <a:effectLst/>
          </p:spPr>
          <p:txBody>
            <a:bodyPr anchor="ctr"/>
            <a:lstStyle/>
            <a:p>
              <a:pPr algn="ctr">
                <a:lnSpc>
                  <a:spcPct val="95000"/>
                </a:lnSpc>
                <a:spcBef>
                  <a:spcPct val="40000"/>
                </a:spcBef>
                <a:buClr>
                  <a:schemeClr val="tx1"/>
                </a:buClr>
                <a:defRPr/>
              </a:pPr>
              <a:r>
                <a:rPr lang="en-US" sz="2400" b="1" dirty="0">
                  <a:effectLst>
                    <a:outerShdw blurRad="38100" dist="38100" dir="2700000" algn="tl">
                      <a:srgbClr val="000000">
                        <a:alpha val="43137"/>
                      </a:srgbClr>
                    </a:outerShdw>
                  </a:effectLst>
                </a:rPr>
                <a:t>HTML Entity</a:t>
              </a:r>
            </a:p>
          </p:txBody>
        </p:sp>
        <p:sp>
          <p:nvSpPr>
            <p:cNvPr id="925738" name="Rectangle 42"/>
            <p:cNvSpPr>
              <a:spLocks noChangeArrowheads="1"/>
            </p:cNvSpPr>
            <p:nvPr/>
          </p:nvSpPr>
          <p:spPr bwMode="auto">
            <a:xfrm>
              <a:off x="518" y="984"/>
              <a:ext cx="2363" cy="230"/>
            </a:xfrm>
            <a:prstGeom prst="rect">
              <a:avLst/>
            </a:prstGeom>
            <a:solidFill>
              <a:schemeClr val="accent5">
                <a:lumMod val="75000"/>
                <a:alpha val="50000"/>
              </a:schemeClr>
            </a:solidFill>
            <a:ln w="28575">
              <a:noFill/>
              <a:miter lim="800000"/>
            </a:ln>
            <a:effectLst/>
          </p:spPr>
          <p:txBody>
            <a:bodyPr anchor="ctr"/>
            <a:lstStyle/>
            <a:p>
              <a:pPr algn="ctr">
                <a:lnSpc>
                  <a:spcPct val="95000"/>
                </a:lnSpc>
                <a:spcBef>
                  <a:spcPct val="40000"/>
                </a:spcBef>
                <a:buClr>
                  <a:schemeClr val="tx1"/>
                </a:buClr>
                <a:defRPr/>
              </a:pPr>
              <a:r>
                <a:rPr lang="en-US" sz="2400" b="1" dirty="0">
                  <a:effectLst>
                    <a:outerShdw blurRad="38100" dist="38100" dir="2700000" algn="tl">
                      <a:srgbClr val="000000">
                        <a:alpha val="43137"/>
                      </a:srgbClr>
                    </a:outerShdw>
                  </a:effectLst>
                </a:rPr>
                <a:t>Symbol Name</a:t>
              </a:r>
            </a:p>
          </p:txBody>
        </p:sp>
        <p:sp>
          <p:nvSpPr>
            <p:cNvPr id="925739" name="Line 43"/>
            <p:cNvSpPr>
              <a:spLocks noChangeShapeType="1"/>
            </p:cNvSpPr>
            <p:nvPr/>
          </p:nvSpPr>
          <p:spPr bwMode="auto">
            <a:xfrm>
              <a:off x="518" y="984"/>
              <a:ext cx="4721" cy="0"/>
            </a:xfrm>
            <a:prstGeom prst="line">
              <a:avLst/>
            </a:prstGeom>
            <a:noFill/>
            <a:ln w="25400" cap="sq">
              <a:solidFill>
                <a:schemeClr val="accent5">
                  <a:lumMod val="20000"/>
                  <a:lumOff val="80000"/>
                </a:schemeClr>
              </a:solidFill>
              <a:round/>
            </a:ln>
            <a:effectLst/>
          </p:spPr>
          <p:txBody>
            <a:bodyPr wrap="none"/>
            <a:lstStyle/>
            <a:p>
              <a:pPr>
                <a:defRPr/>
              </a:pPr>
              <a:endParaRPr lang="en-US" dirty="0">
                <a:effectLst>
                  <a:outerShdw blurRad="38100" dist="38100" dir="2700000" algn="tl">
                    <a:srgbClr val="000000">
                      <a:alpha val="43137"/>
                    </a:srgbClr>
                  </a:outerShdw>
                </a:effectLst>
              </a:endParaRPr>
            </a:p>
          </p:txBody>
        </p:sp>
        <p:sp>
          <p:nvSpPr>
            <p:cNvPr id="925740" name="Line 44"/>
            <p:cNvSpPr>
              <a:spLocks noChangeShapeType="1"/>
            </p:cNvSpPr>
            <p:nvPr/>
          </p:nvSpPr>
          <p:spPr bwMode="auto">
            <a:xfrm>
              <a:off x="518" y="3974"/>
              <a:ext cx="4721" cy="0"/>
            </a:xfrm>
            <a:prstGeom prst="line">
              <a:avLst/>
            </a:prstGeom>
            <a:noFill/>
            <a:ln w="25400" cap="sq">
              <a:solidFill>
                <a:schemeClr val="accent5">
                  <a:lumMod val="20000"/>
                  <a:lumOff val="80000"/>
                </a:schemeClr>
              </a:solidFill>
              <a:round/>
            </a:ln>
            <a:effectLst/>
          </p:spPr>
          <p:txBody>
            <a:bodyPr wrap="none"/>
            <a:lstStyle/>
            <a:p>
              <a:pPr>
                <a:defRPr/>
              </a:pPr>
              <a:endParaRPr lang="en-US" dirty="0">
                <a:effectLst>
                  <a:outerShdw blurRad="38100" dist="38100" dir="2700000" algn="tl">
                    <a:srgbClr val="000000">
                      <a:alpha val="43137"/>
                    </a:srgbClr>
                  </a:outerShdw>
                </a:effectLst>
              </a:endParaRPr>
            </a:p>
          </p:txBody>
        </p:sp>
        <p:sp>
          <p:nvSpPr>
            <p:cNvPr id="925741" name="Line 45"/>
            <p:cNvSpPr>
              <a:spLocks noChangeShapeType="1"/>
            </p:cNvSpPr>
            <p:nvPr/>
          </p:nvSpPr>
          <p:spPr bwMode="auto">
            <a:xfrm>
              <a:off x="518" y="984"/>
              <a:ext cx="0" cy="2990"/>
            </a:xfrm>
            <a:prstGeom prst="line">
              <a:avLst/>
            </a:prstGeom>
            <a:noFill/>
            <a:ln w="25400" cap="sq">
              <a:solidFill>
                <a:schemeClr val="accent5">
                  <a:lumMod val="20000"/>
                  <a:lumOff val="80000"/>
                </a:schemeClr>
              </a:solidFill>
              <a:round/>
            </a:ln>
            <a:effectLst/>
          </p:spPr>
          <p:txBody>
            <a:bodyPr wrap="none"/>
            <a:lstStyle/>
            <a:p>
              <a:pPr>
                <a:defRPr/>
              </a:pPr>
              <a:endParaRPr lang="en-US" dirty="0">
                <a:effectLst>
                  <a:outerShdw blurRad="38100" dist="38100" dir="2700000" algn="tl">
                    <a:srgbClr val="000000">
                      <a:alpha val="43137"/>
                    </a:srgbClr>
                  </a:outerShdw>
                </a:effectLst>
              </a:endParaRPr>
            </a:p>
          </p:txBody>
        </p:sp>
        <p:sp>
          <p:nvSpPr>
            <p:cNvPr id="925742" name="Line 46"/>
            <p:cNvSpPr>
              <a:spLocks noChangeShapeType="1"/>
            </p:cNvSpPr>
            <p:nvPr/>
          </p:nvSpPr>
          <p:spPr bwMode="auto">
            <a:xfrm>
              <a:off x="5239" y="984"/>
              <a:ext cx="0" cy="2990"/>
            </a:xfrm>
            <a:prstGeom prst="line">
              <a:avLst/>
            </a:prstGeom>
            <a:noFill/>
            <a:ln w="25400" cap="sq">
              <a:solidFill>
                <a:schemeClr val="accent5">
                  <a:lumMod val="20000"/>
                  <a:lumOff val="80000"/>
                </a:schemeClr>
              </a:solidFill>
              <a:round/>
            </a:ln>
            <a:effectLst/>
          </p:spPr>
          <p:txBody>
            <a:bodyPr wrap="none"/>
            <a:lstStyle/>
            <a:p>
              <a:pPr>
                <a:defRPr/>
              </a:pPr>
              <a:endParaRPr lang="en-US" dirty="0">
                <a:effectLst>
                  <a:outerShdw blurRad="38100" dist="38100" dir="2700000" algn="tl">
                    <a:srgbClr val="000000">
                      <a:alpha val="43137"/>
                    </a:srgbClr>
                  </a:outerShdw>
                </a:effectLst>
              </a:endParaRPr>
            </a:p>
          </p:txBody>
        </p:sp>
        <p:sp>
          <p:nvSpPr>
            <p:cNvPr id="925763" name="Line 67"/>
            <p:cNvSpPr>
              <a:spLocks noChangeShapeType="1"/>
            </p:cNvSpPr>
            <p:nvPr/>
          </p:nvSpPr>
          <p:spPr bwMode="auto">
            <a:xfrm>
              <a:off x="2881" y="984"/>
              <a:ext cx="0" cy="299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64" name="Line 68"/>
            <p:cNvSpPr>
              <a:spLocks noChangeShapeType="1"/>
            </p:cNvSpPr>
            <p:nvPr/>
          </p:nvSpPr>
          <p:spPr bwMode="auto">
            <a:xfrm>
              <a:off x="4151" y="984"/>
              <a:ext cx="0" cy="299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65" name="Line 69"/>
            <p:cNvSpPr>
              <a:spLocks noChangeShapeType="1"/>
            </p:cNvSpPr>
            <p:nvPr/>
          </p:nvSpPr>
          <p:spPr bwMode="auto">
            <a:xfrm>
              <a:off x="518" y="121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70" name="Line 74"/>
            <p:cNvSpPr>
              <a:spLocks noChangeShapeType="1"/>
            </p:cNvSpPr>
            <p:nvPr/>
          </p:nvSpPr>
          <p:spPr bwMode="auto">
            <a:xfrm>
              <a:off x="518" y="144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75" name="Line 79"/>
            <p:cNvSpPr>
              <a:spLocks noChangeShapeType="1"/>
            </p:cNvSpPr>
            <p:nvPr/>
          </p:nvSpPr>
          <p:spPr bwMode="auto">
            <a:xfrm>
              <a:off x="518" y="167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80" name="Line 84"/>
            <p:cNvSpPr>
              <a:spLocks noChangeShapeType="1"/>
            </p:cNvSpPr>
            <p:nvPr/>
          </p:nvSpPr>
          <p:spPr bwMode="auto">
            <a:xfrm>
              <a:off x="518" y="190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85" name="Line 89"/>
            <p:cNvSpPr>
              <a:spLocks noChangeShapeType="1"/>
            </p:cNvSpPr>
            <p:nvPr/>
          </p:nvSpPr>
          <p:spPr bwMode="auto">
            <a:xfrm>
              <a:off x="518" y="213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90" name="Line 94"/>
            <p:cNvSpPr>
              <a:spLocks noChangeShapeType="1"/>
            </p:cNvSpPr>
            <p:nvPr/>
          </p:nvSpPr>
          <p:spPr bwMode="auto">
            <a:xfrm>
              <a:off x="518" y="236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795" name="Line 99"/>
            <p:cNvSpPr>
              <a:spLocks noChangeShapeType="1"/>
            </p:cNvSpPr>
            <p:nvPr/>
          </p:nvSpPr>
          <p:spPr bwMode="auto">
            <a:xfrm>
              <a:off x="518" y="2594"/>
              <a:ext cx="4721" cy="0"/>
            </a:xfrm>
            <a:prstGeom prst="line">
              <a:avLst/>
            </a:prstGeom>
            <a:noFill/>
            <a:ln w="12700">
              <a:solidFill>
                <a:schemeClr val="accent5">
                  <a:lumMod val="20000"/>
                  <a:lumOff val="80000"/>
                </a:schemeClr>
              </a:solidFill>
              <a:round/>
            </a:ln>
            <a:effectLst/>
          </p:spPr>
          <p:txBody>
            <a:bodyPr anchor="ctr"/>
            <a:lstStyle/>
            <a:p>
              <a:pPr>
                <a:defRPr/>
              </a:pPr>
              <a:endParaRPr lang="en-US" b="1" dirty="0">
                <a:solidFill>
                  <a:schemeClr val="accent5">
                    <a:lumMod val="20000"/>
                    <a:lumOff val="80000"/>
                  </a:schemeClr>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p:txBody>
        </p:sp>
        <p:sp>
          <p:nvSpPr>
            <p:cNvPr id="925800" name="Line 104"/>
            <p:cNvSpPr>
              <a:spLocks noChangeShapeType="1"/>
            </p:cNvSpPr>
            <p:nvPr/>
          </p:nvSpPr>
          <p:spPr bwMode="auto">
            <a:xfrm>
              <a:off x="518" y="2824"/>
              <a:ext cx="4721" cy="0"/>
            </a:xfrm>
            <a:prstGeom prst="line">
              <a:avLst/>
            </a:prstGeom>
            <a:noFill/>
            <a:ln w="12700">
              <a:solidFill>
                <a:schemeClr val="accent5">
                  <a:lumMod val="20000"/>
                  <a:lumOff val="80000"/>
                </a:schemeClr>
              </a:solidFill>
              <a:round/>
            </a:ln>
            <a:effectLst/>
          </p:spPr>
          <p:txBody>
            <a:bodyPr anchor="ctr"/>
            <a:lstStyle/>
            <a:p>
              <a:pPr>
                <a:defRPr/>
              </a:pPr>
              <a:endParaRPr lang="en-US" sz="2200" b="1" dirty="0">
                <a:effectLst>
                  <a:outerShdw blurRad="38100" dist="38100" dir="2700000" algn="tl">
                    <a:srgbClr val="000000">
                      <a:alpha val="43137"/>
                    </a:srgbClr>
                  </a:outerShdw>
                </a:effectLst>
                <a:latin typeface="Consolas" panose="020B0609020204030204" pitchFamily="49" charset="0"/>
                <a:cs typeface="Consolas" panose="020B0609020204030204" pitchFamily="49" charset="0"/>
              </a:endParaRPr>
            </a:p>
          </p:txBody>
        </p:sp>
        <p:sp>
          <p:nvSpPr>
            <p:cNvPr id="925805" name="Line 109"/>
            <p:cNvSpPr>
              <a:spLocks noChangeShapeType="1"/>
            </p:cNvSpPr>
            <p:nvPr/>
          </p:nvSpPr>
          <p:spPr bwMode="auto">
            <a:xfrm>
              <a:off x="518" y="305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812" name="Line 116"/>
            <p:cNvSpPr>
              <a:spLocks noChangeShapeType="1"/>
            </p:cNvSpPr>
            <p:nvPr/>
          </p:nvSpPr>
          <p:spPr bwMode="auto">
            <a:xfrm>
              <a:off x="518" y="328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819" name="Line 123"/>
            <p:cNvSpPr>
              <a:spLocks noChangeShapeType="1"/>
            </p:cNvSpPr>
            <p:nvPr/>
          </p:nvSpPr>
          <p:spPr bwMode="auto">
            <a:xfrm>
              <a:off x="518" y="351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sp>
          <p:nvSpPr>
            <p:cNvPr id="925826" name="Line 130"/>
            <p:cNvSpPr>
              <a:spLocks noChangeShapeType="1"/>
            </p:cNvSpPr>
            <p:nvPr/>
          </p:nvSpPr>
          <p:spPr bwMode="auto">
            <a:xfrm>
              <a:off x="518" y="3744"/>
              <a:ext cx="4721" cy="0"/>
            </a:xfrm>
            <a:prstGeom prst="line">
              <a:avLst/>
            </a:prstGeom>
            <a:noFill/>
            <a:ln w="12700">
              <a:solidFill>
                <a:schemeClr val="accent5">
                  <a:lumMod val="20000"/>
                  <a:lumOff val="80000"/>
                </a:schemeClr>
              </a:solidFill>
              <a:round/>
            </a:ln>
            <a:effectLst/>
          </p:spPr>
          <p:txBody>
            <a:bodyPr anchor="ctr"/>
            <a:lstStyle/>
            <a:p>
              <a:pPr>
                <a:defRPr/>
              </a:pPr>
              <a:endParaRPr lang="en-US" dirty="0">
                <a:effectLst>
                  <a:outerShdw blurRad="38100" dist="38100" dir="2700000" algn="tl">
                    <a:srgbClr val="000000">
                      <a:alpha val="43137"/>
                    </a:srgbClr>
                  </a:outerShdw>
                </a:effectLst>
              </a:endParaRPr>
            </a:p>
          </p:txBody>
        </p:sp>
      </p:grpSp>
      <p:sp>
        <p:nvSpPr>
          <p:cNvPr id="61" name="Slide Number Placeholder 3"/>
          <p:cNvSpPr txBox="1"/>
          <p:nvPr/>
        </p:nvSpPr>
        <p:spPr>
          <a:xfrm>
            <a:off x="10134600" y="6553200"/>
            <a:ext cx="457200" cy="228600"/>
          </a:xfrm>
          <a:prstGeom prst="rect">
            <a:avLst/>
          </a:prstGeom>
        </p:spPr>
        <p:txBody>
          <a:bodyPr/>
          <a:lstStyle/>
          <a:p>
            <a:pPr lvl="0">
              <a:defRPr/>
            </a:pPr>
            <a:fld id="{58452FF4-89E3-4D1B-9927-2DBDC00E58D7}" type="slidenum">
              <a:rPr lang="en-US" sz="1100"/>
              <a:t>45</a:t>
            </a:fld>
            <a:endParaRPr lang="en-US" sz="1100" dirty="0">
              <a:solidFill>
                <a:srgbClr val="EBFFC2"/>
              </a:solidFill>
              <a:latin typeface="Corbel" panose="020B0503020204020204" pitchFamily="3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a:xfrm>
            <a:off x="2278256" y="383519"/>
            <a:ext cx="8084944" cy="1049234"/>
          </a:xfrm>
        </p:spPr>
        <p:txBody>
          <a:bodyPr>
            <a:normAutofit fontScale="90000"/>
          </a:bodyPr>
          <a:lstStyle/>
          <a:p>
            <a:r>
              <a:rPr lang="en-US" dirty="0"/>
              <a:t>Using </a:t>
            </a:r>
            <a:r>
              <a:rPr lang="en-US" dirty="0">
                <a:latin typeface="Consolas" panose="020B0609020204030204" pitchFamily="49" charset="0"/>
              </a:rPr>
              <a:t>&lt;DIV&gt;</a:t>
            </a:r>
            <a:r>
              <a:rPr lang="en-US" dirty="0"/>
              <a:t> and </a:t>
            </a:r>
            <a:r>
              <a:rPr lang="en-US" dirty="0">
                <a:latin typeface="Consolas" panose="020B0609020204030204" pitchFamily="49" charset="0"/>
              </a:rPr>
              <a:t>&lt;SPAN&gt;</a:t>
            </a:r>
            <a:r>
              <a:rPr lang="en-US" dirty="0"/>
              <a:t> Block and Inline Elements</a:t>
            </a:r>
          </a:p>
        </p:txBody>
      </p:sp>
      <p:sp>
        <p:nvSpPr>
          <p:cNvPr id="1062915" name="Rectangle 3"/>
          <p:cNvSpPr>
            <a:spLocks noGrp="1" noChangeArrowheads="1"/>
          </p:cNvSpPr>
          <p:nvPr>
            <p:ph idx="1"/>
          </p:nvPr>
        </p:nvSpPr>
        <p:spPr>
          <a:xfrm>
            <a:off x="685800" y="1371891"/>
            <a:ext cx="10134600" cy="4968047"/>
          </a:xfrm>
        </p:spPr>
        <p:txBody>
          <a:bodyPr>
            <a:noAutofit/>
          </a:bodyPr>
          <a:lstStyle/>
          <a:p>
            <a:pPr>
              <a:lnSpc>
                <a:spcPct val="150000"/>
              </a:lnSpc>
              <a:buFont typeface="Wingdings" panose="05000000000000000000" pitchFamily="2" charset="2"/>
              <a:buChar char="v"/>
              <a:defRPr/>
            </a:pPr>
            <a:r>
              <a:rPr lang="en-US" sz="2800" b="1" dirty="0">
                <a:latin typeface="Cambria" panose="02040503050406030204" pitchFamily="18" charset="0"/>
                <a:ea typeface="Cambria" panose="02040503050406030204" pitchFamily="18" charset="0"/>
              </a:rPr>
              <a:t>Block elements </a:t>
            </a:r>
            <a:r>
              <a:rPr lang="en-US" sz="2800" dirty="0">
                <a:latin typeface="Cambria" panose="02040503050406030204" pitchFamily="18" charset="0"/>
                <a:ea typeface="Cambria" panose="02040503050406030204" pitchFamily="18" charset="0"/>
              </a:rPr>
              <a:t>add a line break before and after them</a:t>
            </a:r>
          </a:p>
          <a:p>
            <a:pPr lvl="1">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cs typeface="Consolas" panose="020B0609020204030204" pitchFamily="49" charset="0"/>
              </a:rPr>
              <a:t>&lt;div&gt;</a:t>
            </a:r>
            <a:r>
              <a:rPr lang="en-US" sz="2800" dirty="0">
                <a:latin typeface="Cambria" panose="02040503050406030204" pitchFamily="18" charset="0"/>
                <a:ea typeface="Cambria" panose="02040503050406030204" pitchFamily="18" charset="0"/>
              </a:rPr>
              <a:t> is a block element</a:t>
            </a:r>
          </a:p>
          <a:p>
            <a:pPr lvl="1">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rPr>
              <a:t>Other block elements are </a:t>
            </a:r>
            <a:r>
              <a:rPr lang="en-US" sz="2800" dirty="0">
                <a:latin typeface="Cambria" panose="02040503050406030204" pitchFamily="18" charset="0"/>
                <a:ea typeface="Cambria" panose="02040503050406030204" pitchFamily="18" charset="0"/>
                <a:cs typeface="Consolas" panose="020B0609020204030204" pitchFamily="49" charset="0"/>
              </a:rPr>
              <a:t>&lt;table&gt;</a:t>
            </a:r>
            <a:r>
              <a:rPr lang="en-US"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cs typeface="Consolas" panose="020B0609020204030204" pitchFamily="49" charset="0"/>
              </a:rPr>
              <a:t>&lt;hr&gt;</a:t>
            </a:r>
            <a:r>
              <a:rPr lang="en-US" sz="2800" dirty="0">
                <a:latin typeface="Cambria" panose="02040503050406030204" pitchFamily="18" charset="0"/>
                <a:ea typeface="Cambria" panose="02040503050406030204" pitchFamily="18" charset="0"/>
              </a:rPr>
              <a:t>, headings, lists, </a:t>
            </a:r>
            <a:r>
              <a:rPr lang="en-US" sz="2800" dirty="0">
                <a:latin typeface="Cambria" panose="02040503050406030204" pitchFamily="18" charset="0"/>
                <a:ea typeface="Cambria" panose="02040503050406030204" pitchFamily="18" charset="0"/>
                <a:cs typeface="Consolas" panose="020B0609020204030204" pitchFamily="49" charset="0"/>
              </a:rPr>
              <a:t>&lt;p&gt;</a:t>
            </a:r>
            <a:r>
              <a:rPr lang="en-US" sz="2800" dirty="0">
                <a:latin typeface="Cambria" panose="02040503050406030204" pitchFamily="18" charset="0"/>
                <a:ea typeface="Cambria" panose="02040503050406030204" pitchFamily="18" charset="0"/>
              </a:rPr>
              <a:t> and etc.</a:t>
            </a:r>
          </a:p>
          <a:p>
            <a:pPr>
              <a:lnSpc>
                <a:spcPct val="150000"/>
              </a:lnSpc>
              <a:buFont typeface="Wingdings" panose="05000000000000000000" pitchFamily="2" charset="2"/>
              <a:buChar char="v"/>
              <a:defRPr/>
            </a:pPr>
            <a:r>
              <a:rPr lang="en-US" sz="2800" b="1" dirty="0">
                <a:latin typeface="Cambria" panose="02040503050406030204" pitchFamily="18" charset="0"/>
                <a:ea typeface="Cambria" panose="02040503050406030204" pitchFamily="18" charset="0"/>
              </a:rPr>
              <a:t>Inline elements </a:t>
            </a:r>
            <a:r>
              <a:rPr lang="en-US" sz="2800" i="1" dirty="0">
                <a:solidFill>
                  <a:srgbClr val="FF0000"/>
                </a:solidFill>
                <a:latin typeface="Cambria" panose="02040503050406030204" pitchFamily="18" charset="0"/>
                <a:ea typeface="Cambria" panose="02040503050406030204" pitchFamily="18" charset="0"/>
              </a:rPr>
              <a:t>don’t break the text before</a:t>
            </a:r>
            <a:r>
              <a:rPr lang="en-US" sz="2800" dirty="0">
                <a:latin typeface="Cambria" panose="02040503050406030204" pitchFamily="18" charset="0"/>
                <a:ea typeface="Cambria" panose="02040503050406030204" pitchFamily="18" charset="0"/>
              </a:rPr>
              <a:t> and after them</a:t>
            </a:r>
          </a:p>
          <a:p>
            <a:pPr lvl="1">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cs typeface="Consolas" panose="020B0609020204030204" pitchFamily="49" charset="0"/>
              </a:rPr>
              <a:t>&lt;span&gt;</a:t>
            </a:r>
            <a:r>
              <a:rPr lang="en-US" sz="2800" dirty="0">
                <a:latin typeface="Cambria" panose="02040503050406030204" pitchFamily="18" charset="0"/>
                <a:ea typeface="Cambria" panose="02040503050406030204" pitchFamily="18" charset="0"/>
              </a:rPr>
              <a:t> is an inline element</a:t>
            </a:r>
          </a:p>
          <a:p>
            <a:pPr lvl="1">
              <a:lnSpc>
                <a:spcPct val="150000"/>
              </a:lnSpc>
              <a:buFont typeface="Wingdings" panose="05000000000000000000" pitchFamily="2" charset="2"/>
              <a:buChar char="Ø"/>
              <a:defRPr/>
            </a:pPr>
            <a:r>
              <a:rPr lang="en-US" sz="2800" dirty="0">
                <a:latin typeface="Cambria" panose="02040503050406030204" pitchFamily="18" charset="0"/>
                <a:ea typeface="Cambria" panose="02040503050406030204" pitchFamily="18" charset="0"/>
              </a:rPr>
              <a:t>Most HTML elements are inline, e.g. </a:t>
            </a:r>
            <a:r>
              <a:rPr lang="en-US" sz="2800" dirty="0">
                <a:latin typeface="Cambria" panose="02040503050406030204" pitchFamily="18" charset="0"/>
                <a:ea typeface="Cambria" panose="02040503050406030204" pitchFamily="18" charset="0"/>
                <a:cs typeface="Consolas" panose="020B0609020204030204" pitchFamily="49" charset="0"/>
              </a:rPr>
              <a:t>&lt;a&gt;</a:t>
            </a:r>
            <a:endParaRPr lang="bg-BG" sz="2800" dirty="0">
              <a:latin typeface="Cambria" panose="02040503050406030204" pitchFamily="18" charset="0"/>
              <a:ea typeface="Cambria" panose="02040503050406030204" pitchFamily="18"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46</a:t>
            </a:fld>
            <a:endParaRPr 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a:xfrm>
            <a:off x="2514600" y="304800"/>
            <a:ext cx="6571343" cy="1049235"/>
          </a:xfrm>
        </p:spPr>
        <p:txBody>
          <a:bodyPr/>
          <a:lstStyle/>
          <a:p>
            <a:pPr>
              <a:defRPr/>
            </a:pPr>
            <a:r>
              <a:rPr lang="en-US" b="1" dirty="0">
                <a:latin typeface="Cambria" panose="02040503050406030204" pitchFamily="18" charset="0"/>
                <a:ea typeface="Cambria" panose="02040503050406030204" pitchFamily="18" charset="0"/>
              </a:rPr>
              <a:t>The &lt;div&gt; Tag</a:t>
            </a:r>
          </a:p>
        </p:txBody>
      </p:sp>
      <p:sp>
        <p:nvSpPr>
          <p:cNvPr id="944131" name="Rectangle 3"/>
          <p:cNvSpPr>
            <a:spLocks noGrp="1" noChangeArrowheads="1"/>
          </p:cNvSpPr>
          <p:nvPr>
            <p:ph idx="1"/>
          </p:nvPr>
        </p:nvSpPr>
        <p:spPr>
          <a:xfrm>
            <a:off x="1295400" y="1219200"/>
            <a:ext cx="8610599" cy="3277683"/>
          </a:xfrm>
        </p:spPr>
        <p:txBody>
          <a:bodyPr>
            <a:normAutofit/>
          </a:bodyPr>
          <a:lstStyle/>
          <a:p>
            <a:pPr>
              <a:lnSpc>
                <a:spcPct val="100000"/>
              </a:lnSpc>
              <a:spcBef>
                <a:spcPct val="30000"/>
              </a:spcBef>
              <a:buFont typeface="Wingdings" panose="05000000000000000000" pitchFamily="2" charset="2"/>
              <a:buChar char="v"/>
              <a:defRPr/>
            </a:pPr>
            <a:r>
              <a:rPr lang="en-US" sz="2800" dirty="0">
                <a:latin typeface="Cambria" panose="02040503050406030204" pitchFamily="18" charset="0"/>
                <a:ea typeface="Cambria" panose="02040503050406030204" pitchFamily="18" charset="0"/>
                <a:cs typeface="Consolas" panose="020B0609020204030204" pitchFamily="49" charset="0"/>
              </a:rPr>
              <a:t>&lt;div&gt;</a:t>
            </a:r>
            <a:r>
              <a:rPr lang="en-US" sz="2800" dirty="0">
                <a:latin typeface="Cambria" panose="02040503050406030204" pitchFamily="18" charset="0"/>
                <a:ea typeface="Cambria" panose="02040503050406030204" pitchFamily="18" charset="0"/>
              </a:rPr>
              <a:t> creates logical divisions within a page</a:t>
            </a:r>
          </a:p>
          <a:p>
            <a:pPr>
              <a:lnSpc>
                <a:spcPct val="100000"/>
              </a:lnSpc>
              <a:spcBef>
                <a:spcPct val="30000"/>
              </a:spcBef>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Block style element</a:t>
            </a:r>
          </a:p>
          <a:p>
            <a:pPr>
              <a:lnSpc>
                <a:spcPct val="100000"/>
              </a:lnSpc>
              <a:spcBef>
                <a:spcPct val="30000"/>
              </a:spcBef>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Used with CSS</a:t>
            </a:r>
          </a:p>
          <a:p>
            <a:pPr>
              <a:lnSpc>
                <a:spcPct val="100000"/>
              </a:lnSpc>
              <a:spcBef>
                <a:spcPct val="30000"/>
              </a:spcBef>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Example:</a:t>
            </a:r>
          </a:p>
        </p:txBody>
      </p:sp>
      <p:sp>
        <p:nvSpPr>
          <p:cNvPr id="8" name="Slide Number Placeholder 3"/>
          <p:cNvSpPr>
            <a:spLocks noGrp="1"/>
          </p:cNvSpPr>
          <p:nvPr>
            <p:ph type="sldNum" sz="quarter" idx="12"/>
          </p:nvPr>
        </p:nvSpPr>
        <p:spPr/>
        <p:txBody>
          <a:bodyPr/>
          <a:lstStyle/>
          <a:p>
            <a:pPr>
              <a:defRPr/>
            </a:pPr>
            <a:fld id="{58452FF4-89E3-4D1B-9927-2DBDC00E58D7}" type="slidenum">
              <a:rPr lang="en-US" smtClean="0"/>
              <a:t>47</a:t>
            </a:fld>
            <a:endParaRPr lang="en-US" dirty="0"/>
          </a:p>
        </p:txBody>
      </p:sp>
      <p:sp>
        <p:nvSpPr>
          <p:cNvPr id="944132" name="Rectangle 4"/>
          <p:cNvSpPr>
            <a:spLocks noChangeArrowheads="1"/>
          </p:cNvSpPr>
          <p:nvPr/>
        </p:nvSpPr>
        <p:spPr bwMode="auto">
          <a:xfrm>
            <a:off x="1524000" y="4626397"/>
            <a:ext cx="7847013" cy="160043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&lt;div style="font-size:24px; color:red"&gt;DIV example&lt;/div&gt;</a:t>
            </a:r>
          </a:p>
          <a:p>
            <a:pPr eaLnBrk="0" hangingPunct="0">
              <a:spcBef>
                <a:spcPts val="1200"/>
              </a:spcBef>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&lt;p&gt;This one is &lt;span style="color:red; font-weight:bold"&gt;only a test&lt;/span&gt;.&lt;/p&gt;</a:t>
            </a:r>
          </a:p>
        </p:txBody>
      </p:sp>
      <p:sp>
        <p:nvSpPr>
          <p:cNvPr id="7" name="Rectangle 6"/>
          <p:cNvSpPr/>
          <p:nvPr/>
        </p:nvSpPr>
        <p:spPr>
          <a:xfrm>
            <a:off x="1376290" y="3951092"/>
            <a:ext cx="3381489" cy="545790"/>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pPr>
            <a:r>
              <a:rPr lang="en-US" sz="2600" b="1" dirty="0">
                <a:effectLst>
                  <a:outerShdw blurRad="38100" dist="38100" dir="2700000" algn="tl">
                    <a:srgbClr val="000000">
                      <a:alpha val="43137"/>
                    </a:srgbClr>
                  </a:outerShdw>
                </a:effectLst>
                <a:latin typeface="Corbel" panose="020B0503020204020204"/>
              </a:rPr>
              <a:t>div-and-span.html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a:xfrm>
            <a:off x="2438401" y="199043"/>
            <a:ext cx="6571343" cy="1049235"/>
          </a:xfrm>
        </p:spPr>
        <p:txBody>
          <a:bodyPr/>
          <a:lstStyle/>
          <a:p>
            <a:pPr>
              <a:defRPr/>
            </a:pPr>
            <a:r>
              <a:rPr lang="en-US" b="1" dirty="0">
                <a:latin typeface="Cambria" panose="02040503050406030204" pitchFamily="18" charset="0"/>
                <a:ea typeface="Cambria" panose="02040503050406030204" pitchFamily="18" charset="0"/>
              </a:rPr>
              <a:t>The &lt;span&gt; Tag</a:t>
            </a:r>
          </a:p>
        </p:txBody>
      </p:sp>
      <p:sp>
        <p:nvSpPr>
          <p:cNvPr id="946179" name="Rectangle 3"/>
          <p:cNvSpPr>
            <a:spLocks noGrp="1" noChangeArrowheads="1"/>
          </p:cNvSpPr>
          <p:nvPr>
            <p:ph idx="1"/>
          </p:nvPr>
        </p:nvSpPr>
        <p:spPr>
          <a:xfrm>
            <a:off x="1219200" y="1179384"/>
            <a:ext cx="7790544" cy="3348083"/>
          </a:xfrm>
        </p:spPr>
        <p:txBody>
          <a:bodyPr>
            <a:noAutofit/>
          </a:bodyPr>
          <a:lstStyle/>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Inline style element</a:t>
            </a:r>
          </a:p>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Useful for modifying </a:t>
            </a:r>
            <a:r>
              <a:rPr lang="en-US" sz="2800" i="1" dirty="0">
                <a:solidFill>
                  <a:srgbClr val="FF0000"/>
                </a:solidFill>
                <a:latin typeface="Cambria" panose="02040503050406030204" pitchFamily="18" charset="0"/>
                <a:ea typeface="Cambria" panose="02040503050406030204" pitchFamily="18" charset="0"/>
              </a:rPr>
              <a:t>a specific portion of text </a:t>
            </a:r>
          </a:p>
          <a:p>
            <a:pPr lvl="1">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Don't create a separate area			 (paragraph) in the document</a:t>
            </a:r>
          </a:p>
          <a:p>
            <a:pPr>
              <a:buFont typeface="Wingdings" panose="05000000000000000000" pitchFamily="2" charset="2"/>
              <a:buChar char="v"/>
              <a:defRPr/>
            </a:pPr>
            <a:r>
              <a:rPr lang="en-US" sz="2800" dirty="0">
                <a:latin typeface="Cambria" panose="02040503050406030204" pitchFamily="18" charset="0"/>
                <a:ea typeface="Cambria" panose="02040503050406030204" pitchFamily="18" charset="0"/>
              </a:rPr>
              <a:t>Very useful with CSS</a:t>
            </a:r>
          </a:p>
        </p:txBody>
      </p:sp>
      <p:sp>
        <p:nvSpPr>
          <p:cNvPr id="8" name="Slide Number Placeholder 3"/>
          <p:cNvSpPr>
            <a:spLocks noGrp="1"/>
          </p:cNvSpPr>
          <p:nvPr>
            <p:ph type="sldNum" sz="quarter" idx="12"/>
          </p:nvPr>
        </p:nvSpPr>
        <p:spPr/>
        <p:txBody>
          <a:bodyPr/>
          <a:lstStyle/>
          <a:p>
            <a:pPr>
              <a:defRPr/>
            </a:pPr>
            <a:fld id="{58452FF4-89E3-4D1B-9927-2DBDC00E58D7}" type="slidenum">
              <a:rPr lang="en-US" smtClean="0"/>
              <a:t>48</a:t>
            </a:fld>
            <a:endParaRPr lang="en-US" dirty="0"/>
          </a:p>
        </p:txBody>
      </p:sp>
      <p:sp>
        <p:nvSpPr>
          <p:cNvPr id="946180" name="Rectangle 4"/>
          <p:cNvSpPr>
            <a:spLocks noChangeArrowheads="1"/>
          </p:cNvSpPr>
          <p:nvPr/>
        </p:nvSpPr>
        <p:spPr bwMode="auto">
          <a:xfrm>
            <a:off x="1176024" y="4291205"/>
            <a:ext cx="8208963" cy="160043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&lt;p&gt;This one is &lt;span style="color:red; font-weight:bold"&gt;only a test&lt;/span&gt;.&lt;/p&gt;</a:t>
            </a:r>
          </a:p>
          <a:p>
            <a:pPr eaLnBrk="0" hangingPunct="0">
              <a:spcBef>
                <a:spcPts val="1200"/>
              </a:spcBef>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&lt;p&gt;This one is another &lt;span style="font-size:32px; font-weight:bold"&gt;TEST&lt;/span&gt;.&lt;/p&gt;</a:t>
            </a:r>
          </a:p>
        </p:txBody>
      </p:sp>
      <p:sp>
        <p:nvSpPr>
          <p:cNvPr id="7" name="Rectangle 6"/>
          <p:cNvSpPr/>
          <p:nvPr/>
        </p:nvSpPr>
        <p:spPr>
          <a:xfrm>
            <a:off x="1676400" y="3708782"/>
            <a:ext cx="3381489" cy="545790"/>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pPr>
            <a:r>
              <a:rPr lang="en-US" sz="2600" b="1" dirty="0">
                <a:effectLst>
                  <a:outerShdw blurRad="38100" dist="38100" dir="2700000" algn="tl">
                    <a:srgbClr val="000000">
                      <a:alpha val="43137"/>
                    </a:srgbClr>
                  </a:outerShdw>
                </a:effectLst>
                <a:latin typeface="Corbel" panose="020B0503020204020204"/>
              </a:rPr>
              <a:t>span.html</a:t>
            </a:r>
          </a:p>
        </p:txBody>
      </p:sp>
      <p:pic>
        <p:nvPicPr>
          <p:cNvPr id="2" name="Picture 1"/>
          <p:cNvPicPr>
            <a:picLocks noChangeAspect="1"/>
          </p:cNvPicPr>
          <p:nvPr/>
        </p:nvPicPr>
        <p:blipFill>
          <a:blip r:embed="rId3"/>
          <a:stretch>
            <a:fillRect/>
          </a:stretch>
        </p:blipFill>
        <p:spPr>
          <a:xfrm>
            <a:off x="8391230" y="2732623"/>
            <a:ext cx="3181939" cy="207253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ctrTitle"/>
          </p:nvPr>
        </p:nvSpPr>
        <p:spPr>
          <a:xfrm>
            <a:off x="4648199" y="2743200"/>
            <a:ext cx="5779063" cy="1371600"/>
          </a:xfrm>
        </p:spPr>
        <p:txBody>
          <a:bodyPr>
            <a:noAutofit/>
          </a:bodyPr>
          <a:lstStyle/>
          <a:p>
            <a:r>
              <a:rPr lang="en-US" sz="8000" dirty="0">
                <a:solidFill>
                  <a:srgbClr val="7030A0"/>
                </a:solidFill>
                <a:latin typeface="Monotype Corsiva" panose="03010101010201010101" pitchFamily="66" charset="0"/>
              </a:rPr>
              <a:t>HTML Tables</a:t>
            </a:r>
          </a:p>
        </p:txBody>
      </p:sp>
      <p:pic>
        <p:nvPicPr>
          <p:cNvPr id="57346" name="Picture 2" descr="http://webscripts.softpedia.com/screenshots/Javascript-for-sorting-HTML-tables-21109.png"/>
          <p:cNvPicPr>
            <a:picLocks noChangeAspect="1" noChangeArrowheads="1"/>
          </p:cNvPicPr>
          <p:nvPr/>
        </p:nvPicPr>
        <p:blipFill>
          <a:blip r:embed="rId3" cstate="screen"/>
          <a:srcRect/>
          <a:stretch>
            <a:fillRect/>
          </a:stretch>
        </p:blipFill>
        <p:spPr bwMode="auto">
          <a:xfrm>
            <a:off x="3276600" y="1143000"/>
            <a:ext cx="5538154" cy="1184512"/>
          </a:xfrm>
          <a:prstGeom prst="roundRect">
            <a:avLst>
              <a:gd name="adj" fmla="val 6278"/>
            </a:avLst>
          </a:prstGeom>
          <a:solidFill>
            <a:srgbClr val="FFFFFF">
              <a:shade val="85000"/>
            </a:srgbClr>
          </a:solidFill>
          <a:ln>
            <a:noFill/>
          </a:ln>
          <a:effectLst>
            <a:reflection blurRad="12700" stA="38000" endPos="28000" dist="5000" dir="5400000" sy="-100000" algn="bl" rotWithShape="0"/>
          </a:effectLst>
          <a:scene3d>
            <a:camera prst="perspectiveLeft"/>
            <a:lightRig rig="threePt" dir="t"/>
          </a:scene3d>
        </p:spPr>
      </p:pic>
      <p:pic>
        <p:nvPicPr>
          <p:cNvPr id="57348" name="Picture 4" descr="http://www.create-a-website-adviser.com/images/htmltable1code.gif"/>
          <p:cNvPicPr>
            <a:picLocks noChangeAspect="1" noChangeArrowheads="1"/>
          </p:cNvPicPr>
          <p:nvPr/>
        </p:nvPicPr>
        <p:blipFill>
          <a:blip r:embed="rId4" cstate="screen"/>
          <a:srcRect/>
          <a:stretch>
            <a:fillRect/>
          </a:stretch>
        </p:blipFill>
        <p:spPr bwMode="auto">
          <a:xfrm rot="20445291">
            <a:off x="2261435" y="2866099"/>
            <a:ext cx="2167800" cy="3381376"/>
          </a:xfrm>
          <a:prstGeom prst="rect">
            <a:avLst/>
          </a:prstGeom>
          <a:ln>
            <a:noFill/>
          </a:ln>
          <a:effectLst>
            <a:softEdge rad="112500"/>
          </a:effectLst>
        </p:spPr>
      </p:pic>
      <p:pic>
        <p:nvPicPr>
          <p:cNvPr id="2050" name="Picture 2" descr="http://puna.net.nz/archives/Design/css-tables_files/c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407001">
            <a:off x="5865547" y="4938440"/>
            <a:ext cx="4076119" cy="1325305"/>
          </a:xfrm>
          <a:prstGeom prst="roundRect">
            <a:avLst>
              <a:gd name="adj" fmla="val 1878"/>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9906" name="Rectangle 2"/>
          <p:cNvSpPr>
            <a:spLocks noGrp="1" noChangeArrowheads="1"/>
          </p:cNvSpPr>
          <p:nvPr>
            <p:ph type="title"/>
          </p:nvPr>
        </p:nvSpPr>
        <p:spPr>
          <a:xfrm>
            <a:off x="2642132" y="621241"/>
            <a:ext cx="6571343" cy="674160"/>
          </a:xfrm>
        </p:spPr>
        <p:txBody>
          <a:bodyPr>
            <a:normAutofit fontScale="90000"/>
          </a:bodyPr>
          <a:lstStyle/>
          <a:p>
            <a:pPr>
              <a:defRPr/>
            </a:pPr>
            <a:r>
              <a:rPr lang="en-US" dirty="0"/>
              <a:t>HTML Tables</a:t>
            </a:r>
          </a:p>
        </p:txBody>
      </p:sp>
      <p:sp>
        <p:nvSpPr>
          <p:cNvPr id="1019907" name="Rectangle 3"/>
          <p:cNvSpPr>
            <a:spLocks noGrp="1" noChangeArrowheads="1"/>
          </p:cNvSpPr>
          <p:nvPr>
            <p:ph idx="1"/>
          </p:nvPr>
        </p:nvSpPr>
        <p:spPr>
          <a:xfrm>
            <a:off x="1279603" y="1414236"/>
            <a:ext cx="9296400" cy="5430870"/>
          </a:xfrm>
        </p:spPr>
        <p:txBody>
          <a:bodyPr>
            <a:noAutofit/>
          </a:bodyPr>
          <a:lstStyle/>
          <a:p>
            <a:pPr>
              <a:lnSpc>
                <a:spcPts val="4000"/>
              </a:lnSpc>
              <a:buFont typeface="Wingdings" panose="05000000000000000000" pitchFamily="2" charset="2"/>
              <a:buChar char="v"/>
              <a:defRPr/>
            </a:pPr>
            <a:r>
              <a:rPr lang="en-US" sz="2800" dirty="0"/>
              <a:t>Tables represent tabular data</a:t>
            </a:r>
          </a:p>
          <a:p>
            <a:pPr lvl="1">
              <a:lnSpc>
                <a:spcPts val="4000"/>
              </a:lnSpc>
              <a:buFont typeface="Wingdings" panose="05000000000000000000" pitchFamily="2" charset="2"/>
              <a:buChar char="ü"/>
              <a:defRPr/>
            </a:pPr>
            <a:r>
              <a:rPr lang="en-US" sz="2800" dirty="0"/>
              <a:t>A table consists of one or several rows</a:t>
            </a:r>
          </a:p>
          <a:p>
            <a:pPr lvl="1">
              <a:lnSpc>
                <a:spcPts val="4000"/>
              </a:lnSpc>
              <a:buFont typeface="Wingdings" panose="05000000000000000000" pitchFamily="2" charset="2"/>
              <a:buChar char="ü"/>
              <a:defRPr/>
            </a:pPr>
            <a:r>
              <a:rPr lang="en-US" sz="2800" dirty="0"/>
              <a:t>Each row has one or more columns</a:t>
            </a:r>
          </a:p>
          <a:p>
            <a:pPr>
              <a:lnSpc>
                <a:spcPts val="4000"/>
              </a:lnSpc>
              <a:buFont typeface="Wingdings" panose="05000000000000000000" pitchFamily="2" charset="2"/>
              <a:buChar char="v"/>
              <a:defRPr/>
            </a:pPr>
            <a:r>
              <a:rPr lang="en-US" sz="2800" dirty="0"/>
              <a:t>Tables comprised of several core tags:</a:t>
            </a:r>
          </a:p>
          <a:p>
            <a:pPr lvl="1">
              <a:lnSpc>
                <a:spcPts val="4000"/>
              </a:lnSpc>
              <a:buFont typeface="Wingdings" panose="05000000000000000000" pitchFamily="2" charset="2"/>
              <a:buChar char="Ø"/>
              <a:defRPr/>
            </a:pPr>
            <a:r>
              <a:rPr lang="en-US" sz="2800" dirty="0">
                <a:latin typeface="Consolas" panose="020B0609020204030204" pitchFamily="49" charset="0"/>
                <a:cs typeface="Consolas" panose="020B0609020204030204" pitchFamily="49" charset="0"/>
              </a:rPr>
              <a:t>&lt;table&gt;&lt;/table&gt;</a:t>
            </a:r>
            <a:r>
              <a:rPr lang="en-US" sz="2800" dirty="0"/>
              <a:t>: begin / end the table</a:t>
            </a:r>
          </a:p>
          <a:p>
            <a:pPr lvl="1">
              <a:lnSpc>
                <a:spcPts val="4000"/>
              </a:lnSpc>
              <a:buFont typeface="Wingdings" panose="05000000000000000000" pitchFamily="2" charset="2"/>
              <a:buChar char="Ø"/>
              <a:defRPr/>
            </a:pPr>
            <a:r>
              <a:rPr lang="en-US" sz="2800" noProof="1">
                <a:latin typeface="Consolas" panose="020B0609020204030204" pitchFamily="49" charset="0"/>
                <a:cs typeface="Consolas" panose="020B0609020204030204" pitchFamily="49" charset="0"/>
              </a:rPr>
              <a:t>&lt;tr&gt;&lt;/tr&gt;</a:t>
            </a:r>
            <a:r>
              <a:rPr lang="en-US" sz="2800" noProof="1"/>
              <a:t>: </a:t>
            </a:r>
            <a:r>
              <a:rPr lang="en-US" sz="2800" dirty="0"/>
              <a:t>create a table row</a:t>
            </a:r>
          </a:p>
          <a:p>
            <a:pPr lvl="1">
              <a:lnSpc>
                <a:spcPts val="4000"/>
              </a:lnSpc>
              <a:buFont typeface="Wingdings" panose="05000000000000000000" pitchFamily="2" charset="2"/>
              <a:buChar char="Ø"/>
              <a:defRPr/>
            </a:pPr>
            <a:r>
              <a:rPr lang="en-US" sz="2800" dirty="0">
                <a:latin typeface="Consolas" panose="020B0609020204030204" pitchFamily="49" charset="0"/>
                <a:cs typeface="Consolas" panose="020B0609020204030204" pitchFamily="49" charset="0"/>
              </a:rPr>
              <a:t>&lt;td&gt;&lt;/td&gt;</a:t>
            </a:r>
            <a:r>
              <a:rPr lang="en-US" sz="2800" dirty="0"/>
              <a:t>: create tabular data (cell)</a:t>
            </a:r>
          </a:p>
          <a:p>
            <a:pPr>
              <a:lnSpc>
                <a:spcPts val="4000"/>
              </a:lnSpc>
              <a:buFont typeface="Wingdings" panose="05000000000000000000" pitchFamily="2" charset="2"/>
              <a:buChar char="v"/>
              <a:defRPr/>
            </a:pPr>
            <a:r>
              <a:rPr lang="en-US" sz="2800" dirty="0"/>
              <a:t>Tables should not be used for layout. Use CSS floats and positioning styles instead</a:t>
            </a: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0690" name="Rectangle 2"/>
          <p:cNvSpPr>
            <a:spLocks noGrp="1" noChangeArrowheads="1"/>
          </p:cNvSpPr>
          <p:nvPr>
            <p:ph type="title"/>
          </p:nvPr>
        </p:nvSpPr>
        <p:spPr/>
        <p:txBody>
          <a:bodyPr/>
          <a:lstStyle/>
          <a:p>
            <a:pPr>
              <a:defRPr/>
            </a:pPr>
            <a:r>
              <a:rPr lang="en-US"/>
              <a:t>HTML Tables (2)</a:t>
            </a:r>
            <a:endParaRPr lang="bg-BG"/>
          </a:p>
        </p:txBody>
      </p:sp>
      <p:sp>
        <p:nvSpPr>
          <p:cNvPr id="1010691" name="Rectangle 3"/>
          <p:cNvSpPr>
            <a:spLocks noGrp="1" noChangeArrowheads="1"/>
          </p:cNvSpPr>
          <p:nvPr>
            <p:ph idx="1"/>
          </p:nvPr>
        </p:nvSpPr>
        <p:spPr>
          <a:xfrm>
            <a:off x="990601" y="1774141"/>
            <a:ext cx="8233428" cy="3681880"/>
          </a:xfrm>
        </p:spPr>
        <p:txBody>
          <a:bodyPr>
            <a:normAutofit/>
          </a:bodyPr>
          <a:lstStyle/>
          <a:p>
            <a:pPr>
              <a:lnSpc>
                <a:spcPct val="100000"/>
              </a:lnSpc>
              <a:spcBef>
                <a:spcPct val="50000"/>
              </a:spcBef>
              <a:buFont typeface="Wingdings" panose="05000000000000000000" pitchFamily="2" charset="2"/>
              <a:buChar char="v"/>
              <a:defRPr/>
            </a:pPr>
            <a:r>
              <a:rPr lang="en-ZA" sz="2800" dirty="0">
                <a:sym typeface="Wingdings" panose="05000000000000000000" pitchFamily="2" charset="2"/>
              </a:rPr>
              <a:t>Start and end of a table</a:t>
            </a:r>
          </a:p>
          <a:p>
            <a:pPr>
              <a:lnSpc>
                <a:spcPct val="100000"/>
              </a:lnSpc>
              <a:spcBef>
                <a:spcPct val="50000"/>
              </a:spcBef>
              <a:buFont typeface="Wingdings" panose="05000000000000000000" pitchFamily="2" charset="2"/>
              <a:buChar char="v"/>
              <a:defRPr/>
            </a:pPr>
            <a:endParaRPr lang="en-ZA" sz="2800" dirty="0">
              <a:sym typeface="Wingdings" panose="05000000000000000000" pitchFamily="2" charset="2"/>
            </a:endParaRPr>
          </a:p>
          <a:p>
            <a:pPr>
              <a:lnSpc>
                <a:spcPct val="100000"/>
              </a:lnSpc>
              <a:spcBef>
                <a:spcPct val="50000"/>
              </a:spcBef>
              <a:buFont typeface="Wingdings" panose="05000000000000000000" pitchFamily="2" charset="2"/>
              <a:buChar char="v"/>
              <a:defRPr/>
            </a:pPr>
            <a:r>
              <a:rPr lang="en-ZA" sz="2800" dirty="0">
                <a:sym typeface="Wingdings" panose="05000000000000000000" pitchFamily="2" charset="2"/>
              </a:rPr>
              <a:t>Start and end of a row</a:t>
            </a:r>
            <a:endParaRPr lang="en-ZA" sz="2800" dirty="0"/>
          </a:p>
          <a:p>
            <a:pPr>
              <a:lnSpc>
                <a:spcPct val="100000"/>
              </a:lnSpc>
              <a:spcBef>
                <a:spcPct val="50000"/>
              </a:spcBef>
              <a:buFont typeface="Wingdings" panose="05000000000000000000" pitchFamily="2" charset="2"/>
              <a:buChar char="v"/>
              <a:defRPr/>
            </a:pPr>
            <a:endParaRPr lang="en-ZA" sz="2800" dirty="0"/>
          </a:p>
          <a:p>
            <a:pPr>
              <a:lnSpc>
                <a:spcPct val="100000"/>
              </a:lnSpc>
              <a:spcBef>
                <a:spcPct val="50000"/>
              </a:spcBef>
              <a:buFont typeface="Wingdings" panose="05000000000000000000" pitchFamily="2" charset="2"/>
              <a:buChar char="v"/>
              <a:defRPr/>
            </a:pPr>
            <a:r>
              <a:rPr lang="en-ZA" sz="2800" dirty="0">
                <a:sym typeface="Wingdings" panose="05000000000000000000" pitchFamily="2" charset="2"/>
              </a:rPr>
              <a:t>Start and end of a cell in a row</a:t>
            </a: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51</a:t>
            </a:fld>
            <a:endParaRPr lang="en-US" dirty="0"/>
          </a:p>
        </p:txBody>
      </p:sp>
      <p:sp>
        <p:nvSpPr>
          <p:cNvPr id="1010692" name="Rectangle 4"/>
          <p:cNvSpPr>
            <a:spLocks noChangeArrowheads="1"/>
          </p:cNvSpPr>
          <p:nvPr/>
        </p:nvSpPr>
        <p:spPr bwMode="auto">
          <a:xfrm>
            <a:off x="2438401" y="2434667"/>
            <a:ext cx="7626349"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b="1" i="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&lt;table&gt; ... &lt;/table&gt;</a:t>
            </a:r>
          </a:p>
        </p:txBody>
      </p:sp>
      <p:sp>
        <p:nvSpPr>
          <p:cNvPr id="1010693" name="Rectangle 5"/>
          <p:cNvSpPr>
            <a:spLocks noChangeArrowheads="1"/>
          </p:cNvSpPr>
          <p:nvPr/>
        </p:nvSpPr>
        <p:spPr bwMode="auto">
          <a:xfrm>
            <a:off x="2279652" y="3697816"/>
            <a:ext cx="7626349"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&lt;tr&gt; ... &lt;/tr&gt;</a:t>
            </a:r>
          </a:p>
        </p:txBody>
      </p:sp>
      <p:sp>
        <p:nvSpPr>
          <p:cNvPr id="1010694" name="Rectangle 6"/>
          <p:cNvSpPr>
            <a:spLocks noChangeArrowheads="1"/>
          </p:cNvSpPr>
          <p:nvPr/>
        </p:nvSpPr>
        <p:spPr bwMode="auto">
          <a:xfrm>
            <a:off x="2438401" y="5130493"/>
            <a:ext cx="7626349" cy="46166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&lt;td&gt; ... &lt;/td&gt;</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2132807" y="1480789"/>
            <a:ext cx="7926386" cy="517064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 cellspacing="0" cellpadding="5"&gt;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&lt;td&gt;&lt;img src="ppt.gif"&gt;&lt;/td&gt;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&lt;td&gt;&lt;a href="lecture1.ppt"&gt;Lecture 1&lt;/a&gt;&lt;/td&gt;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&lt;td&gt;&lt;img src="ppt.gif"&gt;&lt;/td&gt;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&lt;td&gt;&lt;a href="lecture2.ppt"&gt;Lecture 2&lt;/a&gt;&lt;/td&gt;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&lt;td&gt;&lt;img src="zip.gif"&gt;&lt;/td&gt;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&lt;td&gt;&lt;a href="lecture2-demos.zip"&gt;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Lecture 2 - Demos&lt;/a&gt;&lt;/td&gt;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a:t>
            </a:r>
          </a:p>
          <a:p>
            <a:pPr eaLnBrk="0" hangingPunct="0">
              <a:lnSpc>
                <a:spcPct val="1000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&lt;/table&gt;</a:t>
            </a:r>
          </a:p>
        </p:txBody>
      </p:sp>
      <p:sp>
        <p:nvSpPr>
          <p:cNvPr id="1012738" name="Rectangle 2"/>
          <p:cNvSpPr>
            <a:spLocks noGrp="1" noChangeArrowheads="1"/>
          </p:cNvSpPr>
          <p:nvPr>
            <p:ph type="title"/>
          </p:nvPr>
        </p:nvSpPr>
        <p:spPr/>
        <p:txBody>
          <a:bodyPr>
            <a:normAutofit/>
          </a:bodyPr>
          <a:lstStyle/>
          <a:p>
            <a:pPr>
              <a:defRPr/>
            </a:pPr>
            <a:r>
              <a:rPr lang="en-US" sz="3600" dirty="0"/>
              <a:t>Simple HTML Tables – Example (2)</a:t>
            </a:r>
            <a:endParaRPr lang="bg-BG" sz="3600" dirty="0"/>
          </a:p>
        </p:txBody>
      </p:sp>
      <p:sp>
        <p:nvSpPr>
          <p:cNvPr id="6" name="Slide Number Placeholder 3"/>
          <p:cNvSpPr>
            <a:spLocks noGrp="1"/>
          </p:cNvSpPr>
          <p:nvPr>
            <p:ph type="sldNum" sz="quarter" idx="12"/>
          </p:nvPr>
        </p:nvSpPr>
        <p:spPr/>
        <p:txBody>
          <a:bodyPr/>
          <a:lstStyle/>
          <a:p>
            <a:pPr>
              <a:defRPr/>
            </a:pPr>
            <a:fld id="{58452FF4-89E3-4D1B-9927-2DBDC00E58D7}" type="slidenum">
              <a:rPr lang="en-US" smtClean="0"/>
              <a:t>52</a:t>
            </a:fld>
            <a:endParaRPr lang="en-US" dirty="0"/>
          </a:p>
        </p:txBody>
      </p:sp>
      <p:pic>
        <p:nvPicPr>
          <p:cNvPr id="2" name="Picture 1"/>
          <p:cNvPicPr>
            <a:picLocks noChangeAspect="1"/>
          </p:cNvPicPr>
          <p:nvPr/>
        </p:nvPicPr>
        <p:blipFill>
          <a:blip r:embed="rId3"/>
          <a:stretch>
            <a:fillRect/>
          </a:stretch>
        </p:blipFill>
        <p:spPr>
          <a:xfrm>
            <a:off x="8691562" y="4558407"/>
            <a:ext cx="2581275" cy="1637607"/>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6770" name="Rectangle 2"/>
          <p:cNvSpPr>
            <a:spLocks noGrp="1" noChangeArrowheads="1"/>
          </p:cNvSpPr>
          <p:nvPr>
            <p:ph type="title"/>
          </p:nvPr>
        </p:nvSpPr>
        <p:spPr>
          <a:xfrm>
            <a:off x="2622203" y="430134"/>
            <a:ext cx="6571343" cy="1049235"/>
          </a:xfrm>
        </p:spPr>
        <p:txBody>
          <a:bodyPr/>
          <a:lstStyle/>
          <a:p>
            <a:pPr>
              <a:defRPr/>
            </a:pPr>
            <a:r>
              <a:rPr lang="en-US" dirty="0"/>
              <a:t>Complete HTML Tables</a:t>
            </a:r>
            <a:endParaRPr lang="bg-BG" dirty="0"/>
          </a:p>
        </p:txBody>
      </p:sp>
      <p:sp>
        <p:nvSpPr>
          <p:cNvPr id="1056771" name="Rectangle 3"/>
          <p:cNvSpPr>
            <a:spLocks noGrp="1" noChangeArrowheads="1"/>
          </p:cNvSpPr>
          <p:nvPr>
            <p:ph idx="1"/>
          </p:nvPr>
        </p:nvSpPr>
        <p:spPr>
          <a:xfrm>
            <a:off x="1143000" y="1405922"/>
            <a:ext cx="8692045" cy="5452078"/>
          </a:xfrm>
        </p:spPr>
        <p:txBody>
          <a:bodyPr>
            <a:noAutofit/>
          </a:bodyPr>
          <a:lstStyle/>
          <a:p>
            <a:pPr>
              <a:buFont typeface="Wingdings" panose="05000000000000000000" pitchFamily="2" charset="2"/>
              <a:buChar char="v"/>
              <a:defRPr/>
            </a:pPr>
            <a:r>
              <a:rPr lang="en-US" sz="2800" dirty="0"/>
              <a:t>Table rows split into three semantic sections: header, body and footer</a:t>
            </a:r>
          </a:p>
          <a:p>
            <a:pPr lvl="1">
              <a:lnSpc>
                <a:spcPct val="100000"/>
              </a:lnSpc>
              <a:buFont typeface="Wingdings" panose="05000000000000000000" pitchFamily="2" charset="2"/>
              <a:buChar char="§"/>
              <a:defRPr/>
            </a:pPr>
            <a:r>
              <a:rPr lang="en-US" sz="2800" noProof="1">
                <a:latin typeface="Consolas" panose="020B0609020204030204" pitchFamily="49" charset="0"/>
                <a:cs typeface="Consolas" panose="020B0609020204030204" pitchFamily="49" charset="0"/>
              </a:rPr>
              <a:t>&lt;thead&gt;</a:t>
            </a:r>
            <a:r>
              <a:rPr lang="en-US" sz="2800" dirty="0"/>
              <a:t> denotes table header and contains </a:t>
            </a:r>
            <a:r>
              <a:rPr lang="en-US" sz="2800" noProof="1">
                <a:latin typeface="Consolas" panose="020B0609020204030204" pitchFamily="49" charset="0"/>
                <a:cs typeface="Consolas" panose="020B0609020204030204" pitchFamily="49" charset="0"/>
              </a:rPr>
              <a:t>&lt;th&gt;</a:t>
            </a:r>
            <a:r>
              <a:rPr lang="en-US" sz="2800" dirty="0"/>
              <a:t> elements, instead of </a:t>
            </a:r>
            <a:r>
              <a:rPr lang="en-US" sz="2800" noProof="1">
                <a:latin typeface="Consolas" panose="020B0609020204030204" pitchFamily="49" charset="0"/>
                <a:cs typeface="Consolas" panose="020B0609020204030204" pitchFamily="49" charset="0"/>
              </a:rPr>
              <a:t>&lt;td&gt;</a:t>
            </a:r>
            <a:r>
              <a:rPr lang="en-US" sz="2800" dirty="0"/>
              <a:t> elements</a:t>
            </a:r>
          </a:p>
          <a:p>
            <a:pPr lvl="1">
              <a:lnSpc>
                <a:spcPct val="100000"/>
              </a:lnSpc>
              <a:buFont typeface="Wingdings" panose="05000000000000000000" pitchFamily="2" charset="2"/>
              <a:buChar char="§"/>
              <a:defRPr/>
            </a:pPr>
            <a:r>
              <a:rPr lang="en-US" sz="2800" noProof="1">
                <a:latin typeface="Consolas" panose="020B0609020204030204" pitchFamily="49" charset="0"/>
                <a:cs typeface="Consolas" panose="020B0609020204030204" pitchFamily="49" charset="0"/>
              </a:rPr>
              <a:t>&lt;tbody&gt;</a:t>
            </a:r>
            <a:r>
              <a:rPr lang="en-US" sz="2800" dirty="0"/>
              <a:t> denotes collection of table rows that contain the very data</a:t>
            </a:r>
          </a:p>
          <a:p>
            <a:pPr lvl="1">
              <a:lnSpc>
                <a:spcPct val="100000"/>
              </a:lnSpc>
              <a:buFont typeface="Wingdings" panose="05000000000000000000" pitchFamily="2" charset="2"/>
              <a:buChar char="§"/>
              <a:defRPr/>
            </a:pPr>
            <a:r>
              <a:rPr lang="en-US" sz="2800" noProof="1">
                <a:latin typeface="Consolas" panose="020B0609020204030204" pitchFamily="49" charset="0"/>
                <a:cs typeface="Consolas" panose="020B0609020204030204" pitchFamily="49" charset="0"/>
              </a:rPr>
              <a:t>&lt;tfoot&gt;</a:t>
            </a:r>
            <a:r>
              <a:rPr lang="en-US" sz="2800" dirty="0"/>
              <a:t> denotes table footer but comes BEFORE the </a:t>
            </a:r>
            <a:r>
              <a:rPr lang="en-US" sz="2800" noProof="1">
                <a:latin typeface="Consolas" panose="020B0609020204030204" pitchFamily="49" charset="0"/>
                <a:cs typeface="Consolas" panose="020B0609020204030204" pitchFamily="49" charset="0"/>
              </a:rPr>
              <a:t>&lt;tbody&gt;</a:t>
            </a:r>
            <a:r>
              <a:rPr lang="en-US" sz="2800" dirty="0"/>
              <a:t> tag</a:t>
            </a:r>
          </a:p>
          <a:p>
            <a:pPr lvl="1">
              <a:lnSpc>
                <a:spcPct val="100000"/>
              </a:lnSpc>
              <a:buFont typeface="Wingdings" panose="05000000000000000000" pitchFamily="2" charset="2"/>
              <a:buChar char="§"/>
              <a:defRPr/>
            </a:pPr>
            <a:r>
              <a:rPr lang="en-US" sz="2800" noProof="1">
                <a:latin typeface="Consolas" panose="020B0609020204030204" pitchFamily="49" charset="0"/>
                <a:cs typeface="Consolas" panose="020B0609020204030204" pitchFamily="49" charset="0"/>
              </a:rPr>
              <a:t>&lt;colgroup&gt;</a:t>
            </a:r>
            <a:r>
              <a:rPr lang="en-US" sz="2800" dirty="0"/>
              <a:t> and </a:t>
            </a:r>
            <a:r>
              <a:rPr lang="en-US" sz="2800" noProof="1">
                <a:latin typeface="Consolas" panose="020B0609020204030204" pitchFamily="49" charset="0"/>
                <a:cs typeface="Consolas" panose="020B0609020204030204" pitchFamily="49" charset="0"/>
              </a:rPr>
              <a:t>&lt;col&gt;</a:t>
            </a:r>
            <a:r>
              <a:rPr lang="en-US" sz="2800" dirty="0"/>
              <a:t> define columns (most often used to set column widths)</a:t>
            </a:r>
          </a:p>
        </p:txBody>
      </p:sp>
      <p:sp>
        <p:nvSpPr>
          <p:cNvPr id="4" name="Slide Number Placeholder 3"/>
          <p:cNvSpPr>
            <a:spLocks noGrp="1"/>
          </p:cNvSpPr>
          <p:nvPr>
            <p:ph type="sldNum" sz="quarter" idx="12"/>
          </p:nvPr>
        </p:nvSpPr>
        <p:spPr/>
        <p:txBody>
          <a:bodyPr/>
          <a:lstStyle/>
          <a:p>
            <a:pPr>
              <a:defRPr/>
            </a:pPr>
            <a:fld id="{58452FF4-89E3-4D1B-9927-2DBDC00E58D7}" type="slidenum">
              <a:rPr lang="en-US" smtClean="0"/>
              <a:t>53</a:t>
            </a:fld>
            <a:endParaRPr 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7794" name="Rectangle 2"/>
          <p:cNvSpPr>
            <a:spLocks noGrp="1" noChangeArrowheads="1"/>
          </p:cNvSpPr>
          <p:nvPr>
            <p:ph type="title"/>
          </p:nvPr>
        </p:nvSpPr>
        <p:spPr>
          <a:xfrm>
            <a:off x="2315029" y="323224"/>
            <a:ext cx="6571343" cy="1049235"/>
          </a:xfrm>
        </p:spPr>
        <p:txBody>
          <a:bodyPr>
            <a:normAutofit fontScale="90000"/>
          </a:bodyPr>
          <a:lstStyle/>
          <a:p>
            <a:pPr>
              <a:defRPr/>
            </a:pPr>
            <a:r>
              <a:rPr lang="en-US" sz="3800" dirty="0"/>
              <a:t>Complete HTML Table: Example</a:t>
            </a:r>
            <a:endParaRPr lang="bg-BG" sz="3800" dirty="0"/>
          </a:p>
        </p:txBody>
      </p:sp>
      <p:sp>
        <p:nvSpPr>
          <p:cNvPr id="1057795" name="Rectangle 3"/>
          <p:cNvSpPr>
            <a:spLocks noGrp="1" noChangeArrowheads="1"/>
          </p:cNvSpPr>
          <p:nvPr>
            <p:ph idx="1"/>
          </p:nvPr>
        </p:nvSpPr>
        <p:spPr>
          <a:xfrm>
            <a:off x="990600" y="1933904"/>
            <a:ext cx="10515600" cy="4351338"/>
          </a:xfrm>
        </p:spPr>
        <p:txBody>
          <a:bodyPr/>
          <a:lstStyle/>
          <a:p>
            <a:pPr>
              <a:buFontTx/>
              <a:buNone/>
              <a:defRPr/>
            </a:pPr>
            <a:r>
              <a:rPr lang="en-US" dirty="0"/>
              <a:t> </a:t>
            </a:r>
            <a:endParaRPr lang="bg-BG" dirty="0"/>
          </a:p>
        </p:txBody>
      </p:sp>
      <p:sp>
        <p:nvSpPr>
          <p:cNvPr id="8" name="Slide Number Placeholder 3"/>
          <p:cNvSpPr>
            <a:spLocks noGrp="1"/>
          </p:cNvSpPr>
          <p:nvPr>
            <p:ph type="sldNum" sz="quarter" idx="12"/>
          </p:nvPr>
        </p:nvSpPr>
        <p:spPr/>
        <p:txBody>
          <a:bodyPr/>
          <a:lstStyle/>
          <a:p>
            <a:pPr>
              <a:defRPr/>
            </a:pPr>
            <a:fld id="{58452FF4-89E3-4D1B-9927-2DBDC00E58D7}" type="slidenum">
              <a:rPr lang="en-US" smtClean="0"/>
              <a:t>54</a:t>
            </a:fld>
            <a:endParaRPr lang="en-US" dirty="0"/>
          </a:p>
        </p:txBody>
      </p:sp>
      <p:sp>
        <p:nvSpPr>
          <p:cNvPr id="1057796" name="Rectangle 4"/>
          <p:cNvSpPr>
            <a:spLocks noChangeArrowheads="1"/>
          </p:cNvSpPr>
          <p:nvPr/>
        </p:nvSpPr>
        <p:spPr bwMode="auto">
          <a:xfrm>
            <a:off x="1004282" y="1134586"/>
            <a:ext cx="7847012" cy="547842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&lt;colgroup&gt;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&lt;col style="width:100px" /&gt;&lt;col /&gt;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&lt;/colgroup&gt;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&lt;thead&gt;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&lt;tr&gt;&lt;th&gt;Column 1&lt;/th&gt;&lt;th&gt;Column 2&lt;/th&gt;&lt;/tr&gt;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&lt;/thead&gt;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&lt;tfoot&gt;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&lt;tr&gt;&lt;td&gt;Footer 1&lt;/td&gt;&lt;td&gt;Footer 2&lt;/td&gt;&lt;/tr&gt;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&lt;/tfoot&gt;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&lt;tbody&gt;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&lt;tr&gt;&lt;td&gt;Cell 1.1&lt;/td&gt;&lt;td&gt;Cell 1.2&lt;/td&gt;&lt;/tr&gt;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&lt;tr&gt;&lt;td&gt;Cell 2.1&lt;/td&gt;&lt;td&gt;Cell 2.2&lt;/td&gt;&lt;/tr&gt;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&lt;/tbody&gt;</a:t>
            </a:r>
          </a:p>
          <a:p>
            <a:pPr eaLnBrk="0" hangingPunct="0">
              <a:lnSpc>
                <a:spcPts val="28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&lt;/table&gt;</a:t>
            </a:r>
          </a:p>
        </p:txBody>
      </p:sp>
      <p:sp>
        <p:nvSpPr>
          <p:cNvPr id="11" name="AutoShape 7"/>
          <p:cNvSpPr>
            <a:spLocks noChangeArrowheads="1"/>
          </p:cNvSpPr>
          <p:nvPr/>
        </p:nvSpPr>
        <p:spPr bwMode="auto">
          <a:xfrm>
            <a:off x="3240231" y="2247783"/>
            <a:ext cx="2514600" cy="527804"/>
          </a:xfrm>
          <a:prstGeom prst="wedgeRoundRectCallout">
            <a:avLst>
              <a:gd name="adj1" fmla="val -90772"/>
              <a:gd name="adj2" fmla="val 47887"/>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b="1" noProof="1">
                <a:solidFill>
                  <a:srgbClr val="F7FFE7"/>
                </a:solidFill>
                <a:effectLst>
                  <a:outerShdw blurRad="38100" dist="38100" dir="2700000" algn="tl">
                    <a:srgbClr val="000000">
                      <a:alpha val="43137"/>
                    </a:srgbClr>
                  </a:outerShdw>
                </a:effectLst>
                <a:cs typeface="Consolas" panose="020B0609020204030204" pitchFamily="49" charset="0"/>
              </a:rPr>
              <a:t>header</a:t>
            </a:r>
          </a:p>
        </p:txBody>
      </p:sp>
      <p:sp>
        <p:nvSpPr>
          <p:cNvPr id="12" name="AutoShape 7"/>
          <p:cNvSpPr>
            <a:spLocks noChangeArrowheads="1"/>
          </p:cNvSpPr>
          <p:nvPr/>
        </p:nvSpPr>
        <p:spPr bwMode="auto">
          <a:xfrm>
            <a:off x="2717988" y="3323047"/>
            <a:ext cx="2209800" cy="527804"/>
          </a:xfrm>
          <a:prstGeom prst="wedgeRoundRectCallout">
            <a:avLst>
              <a:gd name="adj1" fmla="val -82311"/>
              <a:gd name="adj2" fmla="val 52581"/>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b="1" noProof="1">
                <a:solidFill>
                  <a:srgbClr val="F7FFE7"/>
                </a:solidFill>
                <a:effectLst>
                  <a:outerShdw blurRad="38100" dist="38100" dir="2700000" algn="tl">
                    <a:srgbClr val="000000">
                      <a:alpha val="43137"/>
                    </a:srgbClr>
                  </a:outerShdw>
                </a:effectLst>
                <a:cs typeface="Consolas" panose="020B0609020204030204" pitchFamily="49" charset="0"/>
              </a:rPr>
              <a:t>footer</a:t>
            </a:r>
          </a:p>
        </p:txBody>
      </p:sp>
      <p:sp>
        <p:nvSpPr>
          <p:cNvPr id="13" name="AutoShape 7"/>
          <p:cNvSpPr>
            <a:spLocks noChangeArrowheads="1"/>
          </p:cNvSpPr>
          <p:nvPr/>
        </p:nvSpPr>
        <p:spPr bwMode="auto">
          <a:xfrm>
            <a:off x="3645902" y="4398311"/>
            <a:ext cx="4419600" cy="527804"/>
          </a:xfrm>
          <a:prstGeom prst="wedgeRoundRectCallout">
            <a:avLst>
              <a:gd name="adj1" fmla="val -90128"/>
              <a:gd name="adj2" fmla="val 55481"/>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b="1" noProof="1">
                <a:solidFill>
                  <a:srgbClr val="F7FFE7"/>
                </a:solidFill>
                <a:effectLst>
                  <a:outerShdw blurRad="38100" dist="38100" dir="2700000" algn="tl">
                    <a:srgbClr val="000000">
                      <a:alpha val="43137"/>
                    </a:srgbClr>
                  </a:outerShdw>
                </a:effectLst>
                <a:cs typeface="Consolas" panose="020B0609020204030204" pitchFamily="49" charset="0"/>
              </a:rPr>
              <a:t>Last comes the body (data)</a:t>
            </a:r>
          </a:p>
        </p:txBody>
      </p:sp>
      <p:sp>
        <p:nvSpPr>
          <p:cNvPr id="9" name="AutoShape 7"/>
          <p:cNvSpPr>
            <a:spLocks noChangeArrowheads="1"/>
          </p:cNvSpPr>
          <p:nvPr/>
        </p:nvSpPr>
        <p:spPr bwMode="auto">
          <a:xfrm>
            <a:off x="7382933" y="2372412"/>
            <a:ext cx="990600" cy="527804"/>
          </a:xfrm>
          <a:prstGeom prst="wedgeRoundRectCallout">
            <a:avLst>
              <a:gd name="adj1" fmla="val -88658"/>
              <a:gd name="adj2" fmla="val 74075"/>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b="1" noProof="1">
                <a:solidFill>
                  <a:srgbClr val="F7FFE7"/>
                </a:solidFill>
                <a:effectLst>
                  <a:outerShdw blurRad="38100" dist="38100" dir="2700000" algn="tl">
                    <a:srgbClr val="000000">
                      <a:alpha val="43137"/>
                    </a:srgbClr>
                  </a:outerShdw>
                </a:effectLst>
                <a:cs typeface="Consolas" panose="020B0609020204030204" pitchFamily="49" charset="0"/>
              </a:rPr>
              <a:t>th</a:t>
            </a:r>
          </a:p>
        </p:txBody>
      </p:sp>
      <p:sp>
        <p:nvSpPr>
          <p:cNvPr id="10" name="AutoShape 7"/>
          <p:cNvSpPr>
            <a:spLocks noChangeArrowheads="1"/>
          </p:cNvSpPr>
          <p:nvPr/>
        </p:nvSpPr>
        <p:spPr bwMode="auto">
          <a:xfrm>
            <a:off x="3670488" y="1209943"/>
            <a:ext cx="2514600" cy="527804"/>
          </a:xfrm>
          <a:prstGeom prst="wedgeRoundRectCallout">
            <a:avLst>
              <a:gd name="adj1" fmla="val -90772"/>
              <a:gd name="adj2" fmla="val 47887"/>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pPr>
            <a:r>
              <a:rPr lang="en-US" sz="2800" b="1" noProof="1">
                <a:solidFill>
                  <a:srgbClr val="F7FFE7"/>
                </a:solidFill>
                <a:effectLst>
                  <a:outerShdw blurRad="38100" dist="38100" dir="2700000" algn="tl">
                    <a:srgbClr val="000000">
                      <a:alpha val="43137"/>
                    </a:srgbClr>
                  </a:outerShdw>
                </a:effectLst>
                <a:cs typeface="Consolas" panose="020B0609020204030204" pitchFamily="49" charset="0"/>
              </a:rPr>
              <a:t>columns</a:t>
            </a:r>
          </a:p>
        </p:txBody>
      </p:sp>
      <p:pic>
        <p:nvPicPr>
          <p:cNvPr id="2" name="Picture 1"/>
          <p:cNvPicPr>
            <a:picLocks noChangeAspect="1"/>
          </p:cNvPicPr>
          <p:nvPr/>
        </p:nvPicPr>
        <p:blipFill>
          <a:blip r:embed="rId3"/>
          <a:stretch>
            <a:fillRect/>
          </a:stretch>
        </p:blipFill>
        <p:spPr>
          <a:xfrm>
            <a:off x="8575431" y="4620065"/>
            <a:ext cx="2743200" cy="1975359"/>
          </a:xfrm>
          <a:prstGeom prst="rect">
            <a:avLst/>
          </a:prstGeom>
        </p:spPr>
      </p:pic>
      <p:pic>
        <p:nvPicPr>
          <p:cNvPr id="3" name="Picture 2"/>
          <p:cNvPicPr>
            <a:picLocks noChangeAspect="1"/>
          </p:cNvPicPr>
          <p:nvPr/>
        </p:nvPicPr>
        <p:blipFill>
          <a:blip r:embed="rId4"/>
          <a:stretch>
            <a:fillRect/>
          </a:stretch>
        </p:blipFill>
        <p:spPr>
          <a:xfrm rot="5400000">
            <a:off x="7580550" y="2000497"/>
            <a:ext cx="4226108" cy="1799438"/>
          </a:xfrm>
          <a:prstGeom prst="rect">
            <a:avLst/>
          </a:prstGeom>
        </p:spPr>
      </p:pic>
      <p:pic>
        <p:nvPicPr>
          <p:cNvPr id="5" name="Picture 4"/>
          <p:cNvPicPr>
            <a:picLocks noChangeAspect="1"/>
          </p:cNvPicPr>
          <p:nvPr/>
        </p:nvPicPr>
        <p:blipFill>
          <a:blip r:embed="rId5"/>
          <a:stretch>
            <a:fillRect/>
          </a:stretch>
        </p:blipFill>
        <p:spPr>
          <a:xfrm rot="16026629">
            <a:off x="8910753" y="3205711"/>
            <a:ext cx="4501410" cy="130493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9"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Rectangle 3"/>
          <p:cNvSpPr txBox="1">
            <a:spLocks noChangeArrowheads="1"/>
          </p:cNvSpPr>
          <p:nvPr/>
        </p:nvSpPr>
        <p:spPr>
          <a:xfrm>
            <a:off x="5867400" y="1981200"/>
            <a:ext cx="5715000" cy="4419600"/>
          </a:xfrm>
          <a:prstGeom prst="rect">
            <a:avLst/>
          </a:prstGeom>
        </p:spPr>
        <p:txBody>
          <a:bodyPr/>
          <a:lstStyle/>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cellpadding</a:t>
            </a: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0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18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000" b="1" dirty="0">
                <a:effectLst>
                  <a:outerShdw blurRad="38100" dist="38100" dir="2700000" algn="tl">
                    <a:srgbClr val="000000">
                      <a:alpha val="43137"/>
                    </a:srgbClr>
                  </a:outerShdw>
                </a:effectLst>
              </a:rPr>
              <a:t>Defines the empty space around the cell content</a:t>
            </a:r>
          </a:p>
        </p:txBody>
      </p:sp>
      <p:sp>
        <p:nvSpPr>
          <p:cNvPr id="36" name="Rectangle 3"/>
          <p:cNvSpPr txBox="1">
            <a:spLocks noChangeArrowheads="1"/>
          </p:cNvSpPr>
          <p:nvPr/>
        </p:nvSpPr>
        <p:spPr>
          <a:xfrm>
            <a:off x="609600" y="1981200"/>
            <a:ext cx="4724400" cy="4572000"/>
          </a:xfrm>
          <a:prstGeom prst="rect">
            <a:avLst/>
          </a:prstGeom>
        </p:spPr>
        <p:txBody>
          <a:bodyPr/>
          <a:lstStyle/>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2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cellspacing</a:t>
            </a: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000" b="1" dirty="0">
              <a:solidFill>
                <a:srgbClr val="EBFFD2"/>
              </a:solidFill>
              <a:effectLst>
                <a:outerShdw blurRad="38100" dist="38100" dir="2700000" algn="tl">
                  <a:srgbClr val="000000">
                    <a:alpha val="43137"/>
                  </a:srgbClr>
                </a:outerShdw>
              </a:effectLst>
            </a:endParaRPr>
          </a:p>
          <a:p>
            <a:pPr marL="282575" indent="-282575" eaLnBrk="0" hangingPunct="0">
              <a:lnSpc>
                <a:spcPct val="90000"/>
              </a:lnSpc>
              <a:spcBef>
                <a:spcPts val="18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000" b="1" dirty="0">
                <a:effectLst>
                  <a:outerShdw blurRad="38100" dist="38100" dir="2700000" algn="tl">
                    <a:srgbClr val="000000">
                      <a:alpha val="43137"/>
                    </a:srgbClr>
                  </a:outerShdw>
                </a:effectLst>
              </a:rPr>
              <a:t>Defines the empty space between cells</a:t>
            </a:r>
          </a:p>
        </p:txBody>
      </p:sp>
      <p:sp>
        <p:nvSpPr>
          <p:cNvPr id="1024002" name="Rectangle 2"/>
          <p:cNvSpPr>
            <a:spLocks noGrp="1" noChangeArrowheads="1"/>
          </p:cNvSpPr>
          <p:nvPr>
            <p:ph type="title"/>
          </p:nvPr>
        </p:nvSpPr>
        <p:spPr>
          <a:xfrm>
            <a:off x="2581729" y="394597"/>
            <a:ext cx="6571343" cy="1049235"/>
          </a:xfrm>
        </p:spPr>
        <p:txBody>
          <a:bodyPr>
            <a:normAutofit/>
          </a:bodyPr>
          <a:lstStyle/>
          <a:p>
            <a:pPr>
              <a:defRPr/>
            </a:pPr>
            <a:r>
              <a:rPr lang="en-US" sz="3800" dirty="0"/>
              <a:t>Cell Spacing and Padding</a:t>
            </a:r>
          </a:p>
        </p:txBody>
      </p:sp>
      <p:sp>
        <p:nvSpPr>
          <p:cNvPr id="1024003" name="Rectangle 3"/>
          <p:cNvSpPr>
            <a:spLocks noGrp="1" noChangeArrowheads="1"/>
          </p:cNvSpPr>
          <p:nvPr>
            <p:ph idx="1"/>
          </p:nvPr>
        </p:nvSpPr>
        <p:spPr>
          <a:xfrm>
            <a:off x="1524000" y="1236261"/>
            <a:ext cx="8686800" cy="533400"/>
          </a:xfrm>
        </p:spPr>
        <p:txBody>
          <a:bodyPr>
            <a:normAutofit/>
          </a:bodyPr>
          <a:lstStyle/>
          <a:p>
            <a:pPr>
              <a:lnSpc>
                <a:spcPct val="90000"/>
              </a:lnSpc>
              <a:defRPr/>
            </a:pPr>
            <a:r>
              <a:rPr lang="en-US" sz="2800" dirty="0"/>
              <a:t>Tables have two important attributes:</a:t>
            </a:r>
          </a:p>
        </p:txBody>
      </p:sp>
      <p:sp>
        <p:nvSpPr>
          <p:cNvPr id="38" name="Slide Number Placeholder 3"/>
          <p:cNvSpPr>
            <a:spLocks noGrp="1"/>
          </p:cNvSpPr>
          <p:nvPr>
            <p:ph type="sldNum" sz="quarter" idx="12"/>
          </p:nvPr>
        </p:nvSpPr>
        <p:spPr/>
        <p:txBody>
          <a:bodyPr/>
          <a:lstStyle/>
          <a:p>
            <a:pPr>
              <a:defRPr/>
            </a:pPr>
            <a:fld id="{58452FF4-89E3-4D1B-9927-2DBDC00E58D7}" type="slidenum">
              <a:rPr lang="en-US" smtClean="0"/>
              <a:t>55</a:t>
            </a:fld>
            <a:endParaRPr lang="en-US" dirty="0"/>
          </a:p>
        </p:txBody>
      </p:sp>
      <p:grpSp>
        <p:nvGrpSpPr>
          <p:cNvPr id="2" name="Group 52"/>
          <p:cNvGrpSpPr/>
          <p:nvPr/>
        </p:nvGrpSpPr>
        <p:grpSpPr bwMode="auto">
          <a:xfrm>
            <a:off x="2493963" y="3055938"/>
            <a:ext cx="2233612" cy="1439862"/>
            <a:chOff x="838" y="1933"/>
            <a:chExt cx="1407" cy="907"/>
          </a:xfrm>
        </p:grpSpPr>
        <p:sp>
          <p:nvSpPr>
            <p:cNvPr id="1024007" name="Rectangle 7"/>
            <p:cNvSpPr>
              <a:spLocks noChangeArrowheads="1"/>
            </p:cNvSpPr>
            <p:nvPr/>
          </p:nvSpPr>
          <p:spPr bwMode="auto">
            <a:xfrm>
              <a:off x="838" y="1933"/>
              <a:ext cx="499" cy="2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2400" b="1" dirty="0">
                  <a:solidFill>
                    <a:schemeClr val="tx1">
                      <a:lumMod val="40000"/>
                      <a:lumOff val="60000"/>
                    </a:schemeClr>
                  </a:solidFill>
                  <a:effectLst>
                    <a:outerShdw blurRad="38100" dist="38100" dir="2700000" algn="tl">
                      <a:srgbClr val="000000">
                        <a:alpha val="43137"/>
                      </a:srgbClr>
                    </a:outerShdw>
                  </a:effectLst>
                </a:rPr>
                <a:t>cell</a:t>
              </a:r>
              <a:endParaRPr lang="bg-BG" sz="2400" b="1" dirty="0">
                <a:solidFill>
                  <a:schemeClr val="tx1">
                    <a:lumMod val="40000"/>
                    <a:lumOff val="60000"/>
                  </a:schemeClr>
                </a:solidFill>
                <a:effectLst>
                  <a:outerShdw blurRad="38100" dist="38100" dir="2700000" algn="tl">
                    <a:srgbClr val="000000">
                      <a:alpha val="43137"/>
                    </a:srgbClr>
                  </a:outerShdw>
                </a:effectLst>
              </a:endParaRPr>
            </a:p>
          </p:txBody>
        </p:sp>
        <p:sp>
          <p:nvSpPr>
            <p:cNvPr id="1024008" name="Rectangle 8"/>
            <p:cNvSpPr>
              <a:spLocks noChangeArrowheads="1"/>
            </p:cNvSpPr>
            <p:nvPr/>
          </p:nvSpPr>
          <p:spPr bwMode="auto">
            <a:xfrm>
              <a:off x="1746" y="1933"/>
              <a:ext cx="499" cy="2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2400" b="1" dirty="0">
                  <a:solidFill>
                    <a:schemeClr val="tx1">
                      <a:lumMod val="40000"/>
                      <a:lumOff val="60000"/>
                    </a:schemeClr>
                  </a:solidFill>
                  <a:effectLst>
                    <a:outerShdw blurRad="38100" dist="38100" dir="2700000" algn="tl">
                      <a:srgbClr val="000000">
                        <a:alpha val="43137"/>
                      </a:srgbClr>
                    </a:outerShdw>
                  </a:effectLst>
                </a:rPr>
                <a:t>cell</a:t>
              </a:r>
              <a:endParaRPr lang="bg-BG" sz="2400" b="1" dirty="0">
                <a:solidFill>
                  <a:schemeClr val="tx1">
                    <a:lumMod val="40000"/>
                    <a:lumOff val="60000"/>
                  </a:schemeClr>
                </a:solidFill>
                <a:effectLst>
                  <a:outerShdw blurRad="38100" dist="38100" dir="2700000" algn="tl">
                    <a:srgbClr val="000000">
                      <a:alpha val="43137"/>
                    </a:srgbClr>
                  </a:outerShdw>
                </a:effectLst>
              </a:endParaRPr>
            </a:p>
          </p:txBody>
        </p:sp>
        <p:sp>
          <p:nvSpPr>
            <p:cNvPr id="1024009" name="Rectangle 9"/>
            <p:cNvSpPr>
              <a:spLocks noChangeArrowheads="1"/>
            </p:cNvSpPr>
            <p:nvPr/>
          </p:nvSpPr>
          <p:spPr bwMode="auto">
            <a:xfrm>
              <a:off x="838" y="2568"/>
              <a:ext cx="499" cy="2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2400" b="1" dirty="0">
                  <a:solidFill>
                    <a:schemeClr val="tx1">
                      <a:lumMod val="40000"/>
                      <a:lumOff val="60000"/>
                    </a:schemeClr>
                  </a:solidFill>
                  <a:effectLst>
                    <a:outerShdw blurRad="38100" dist="38100" dir="2700000" algn="tl">
                      <a:srgbClr val="000000">
                        <a:alpha val="43137"/>
                      </a:srgbClr>
                    </a:outerShdw>
                  </a:effectLst>
                </a:rPr>
                <a:t>cell</a:t>
              </a:r>
              <a:endParaRPr lang="bg-BG" sz="2400" b="1" dirty="0">
                <a:solidFill>
                  <a:schemeClr val="tx1">
                    <a:lumMod val="40000"/>
                    <a:lumOff val="60000"/>
                  </a:schemeClr>
                </a:solidFill>
                <a:effectLst>
                  <a:outerShdw blurRad="38100" dist="38100" dir="2700000" algn="tl">
                    <a:srgbClr val="000000">
                      <a:alpha val="43137"/>
                    </a:srgbClr>
                  </a:outerShdw>
                </a:effectLst>
              </a:endParaRPr>
            </a:p>
          </p:txBody>
        </p:sp>
        <p:sp>
          <p:nvSpPr>
            <p:cNvPr id="1024010" name="Rectangle 10"/>
            <p:cNvSpPr>
              <a:spLocks noChangeArrowheads="1"/>
            </p:cNvSpPr>
            <p:nvPr/>
          </p:nvSpPr>
          <p:spPr bwMode="auto">
            <a:xfrm>
              <a:off x="1746" y="2568"/>
              <a:ext cx="499" cy="272"/>
            </a:xfrm>
            <a:prstGeom prst="rect">
              <a:avLst/>
            </a:prstGeom>
          </p:spPr>
          <p:style>
            <a:lnRef idx="3">
              <a:schemeClr val="lt1"/>
            </a:lnRef>
            <a:fillRef idx="1">
              <a:schemeClr val="dk1"/>
            </a:fillRef>
            <a:effectRef idx="1">
              <a:schemeClr val="dk1"/>
            </a:effectRef>
            <a:fontRef idx="minor">
              <a:schemeClr val="lt1"/>
            </a:fontRef>
          </p:style>
          <p:txBody>
            <a:bodyPr wrap="none" anchor="ctr"/>
            <a:lstStyle/>
            <a:p>
              <a:pPr algn="ctr">
                <a:defRPr/>
              </a:pPr>
              <a:r>
                <a:rPr lang="en-US" sz="2400" b="1" dirty="0">
                  <a:solidFill>
                    <a:schemeClr val="tx1">
                      <a:lumMod val="40000"/>
                      <a:lumOff val="60000"/>
                    </a:schemeClr>
                  </a:solidFill>
                  <a:effectLst>
                    <a:outerShdw blurRad="38100" dist="38100" dir="2700000" algn="tl">
                      <a:srgbClr val="000000">
                        <a:alpha val="43137"/>
                      </a:srgbClr>
                    </a:outerShdw>
                  </a:effectLst>
                </a:rPr>
                <a:t>cell</a:t>
              </a:r>
              <a:endParaRPr lang="bg-BG" sz="2400" b="1" dirty="0">
                <a:solidFill>
                  <a:schemeClr val="tx1">
                    <a:lumMod val="40000"/>
                    <a:lumOff val="60000"/>
                  </a:schemeClr>
                </a:solidFill>
                <a:effectLst>
                  <a:outerShdw blurRad="38100" dist="38100" dir="2700000" algn="tl">
                    <a:srgbClr val="000000">
                      <a:alpha val="43137"/>
                    </a:srgbClr>
                  </a:outerShdw>
                </a:effectLst>
              </a:endParaRPr>
            </a:p>
          </p:txBody>
        </p:sp>
        <p:sp>
          <p:nvSpPr>
            <p:cNvPr id="1024011" name="Line 11"/>
            <p:cNvSpPr>
              <a:spLocks noChangeShapeType="1"/>
            </p:cNvSpPr>
            <p:nvPr/>
          </p:nvSpPr>
          <p:spPr bwMode="auto">
            <a:xfrm>
              <a:off x="1336" y="2069"/>
              <a:ext cx="410" cy="0"/>
            </a:xfrm>
            <a:prstGeom prst="line">
              <a:avLst/>
            </a:prstGeom>
            <a:ln>
              <a:headEnd type="arrow" w="lg" len="med"/>
              <a:tailEnd type="arrow" w="lg" len="med"/>
            </a:ln>
          </p:spPr>
          <p:style>
            <a:lnRef idx="3">
              <a:schemeClr val="dk1"/>
            </a:lnRef>
            <a:fillRef idx="0">
              <a:schemeClr val="dk1"/>
            </a:fillRef>
            <a:effectRef idx="2">
              <a:schemeClr val="dk1"/>
            </a:effectRef>
            <a:fontRef idx="minor">
              <a:schemeClr val="tx1"/>
            </a:fontRef>
          </p:style>
          <p:txBody>
            <a:bodyPr anchor="ctr"/>
            <a:lstStyle/>
            <a:p>
              <a:pPr>
                <a:defRPr/>
              </a:pPr>
              <a:endParaRPr lang="en-US" dirty="0"/>
            </a:p>
          </p:txBody>
        </p:sp>
        <p:sp>
          <p:nvSpPr>
            <p:cNvPr id="1024014" name="Line 14"/>
            <p:cNvSpPr>
              <a:spLocks noChangeShapeType="1"/>
            </p:cNvSpPr>
            <p:nvPr/>
          </p:nvSpPr>
          <p:spPr bwMode="auto">
            <a:xfrm flipH="1">
              <a:off x="1988" y="2197"/>
              <a:ext cx="0" cy="371"/>
            </a:xfrm>
            <a:prstGeom prst="line">
              <a:avLst/>
            </a:prstGeom>
            <a:ln>
              <a:headEnd type="arrow" w="lg" len="med"/>
              <a:tailEnd type="arrow" w="lg" len="med"/>
            </a:ln>
          </p:spPr>
          <p:style>
            <a:lnRef idx="3">
              <a:schemeClr val="dk1"/>
            </a:lnRef>
            <a:fillRef idx="0">
              <a:schemeClr val="dk1"/>
            </a:fillRef>
            <a:effectRef idx="2">
              <a:schemeClr val="dk1"/>
            </a:effectRef>
            <a:fontRef idx="minor">
              <a:schemeClr val="tx1"/>
            </a:fontRef>
          </p:style>
          <p:txBody>
            <a:bodyPr anchor="ctr"/>
            <a:lstStyle/>
            <a:p>
              <a:pPr>
                <a:defRPr/>
              </a:pPr>
              <a:endParaRPr lang="en-US"/>
            </a:p>
          </p:txBody>
        </p:sp>
        <p:sp>
          <p:nvSpPr>
            <p:cNvPr id="1024029" name="Line 29"/>
            <p:cNvSpPr>
              <a:spLocks noChangeShapeType="1"/>
            </p:cNvSpPr>
            <p:nvPr/>
          </p:nvSpPr>
          <p:spPr bwMode="auto">
            <a:xfrm>
              <a:off x="1337" y="2704"/>
              <a:ext cx="410" cy="0"/>
            </a:xfrm>
            <a:prstGeom prst="line">
              <a:avLst/>
            </a:prstGeom>
            <a:ln>
              <a:headEnd type="arrow" w="lg" len="med"/>
              <a:tailEnd type="arrow" w="lg" len="med"/>
            </a:ln>
          </p:spPr>
          <p:style>
            <a:lnRef idx="3">
              <a:schemeClr val="dk1"/>
            </a:lnRef>
            <a:fillRef idx="0">
              <a:schemeClr val="dk1"/>
            </a:fillRef>
            <a:effectRef idx="2">
              <a:schemeClr val="dk1"/>
            </a:effectRef>
            <a:fontRef idx="minor">
              <a:schemeClr val="tx1"/>
            </a:fontRef>
          </p:style>
          <p:txBody>
            <a:bodyPr anchor="ctr"/>
            <a:lstStyle/>
            <a:p>
              <a:pPr>
                <a:defRPr/>
              </a:pPr>
              <a:endParaRPr lang="en-US"/>
            </a:p>
          </p:txBody>
        </p:sp>
        <p:sp>
          <p:nvSpPr>
            <p:cNvPr id="1024030" name="Line 30"/>
            <p:cNvSpPr>
              <a:spLocks noChangeShapeType="1"/>
            </p:cNvSpPr>
            <p:nvPr/>
          </p:nvSpPr>
          <p:spPr bwMode="auto">
            <a:xfrm flipH="1">
              <a:off x="1087" y="2197"/>
              <a:ext cx="0" cy="371"/>
            </a:xfrm>
            <a:prstGeom prst="line">
              <a:avLst/>
            </a:prstGeom>
            <a:ln>
              <a:headEnd type="arrow" w="lg" len="med"/>
              <a:tailEnd type="arrow" w="lg" len="med"/>
            </a:ln>
          </p:spPr>
          <p:style>
            <a:lnRef idx="3">
              <a:schemeClr val="dk1"/>
            </a:lnRef>
            <a:fillRef idx="0">
              <a:schemeClr val="dk1"/>
            </a:fillRef>
            <a:effectRef idx="2">
              <a:schemeClr val="dk1"/>
            </a:effectRef>
            <a:fontRef idx="minor">
              <a:schemeClr val="tx1"/>
            </a:fontRef>
          </p:style>
          <p:txBody>
            <a:bodyPr anchor="ctr"/>
            <a:lstStyle/>
            <a:p>
              <a:pPr>
                <a:defRPr/>
              </a:pPr>
              <a:endParaRPr lang="en-US"/>
            </a:p>
          </p:txBody>
        </p:sp>
      </p:grpSp>
      <p:grpSp>
        <p:nvGrpSpPr>
          <p:cNvPr id="3" name="Group 51"/>
          <p:cNvGrpSpPr/>
          <p:nvPr/>
        </p:nvGrpSpPr>
        <p:grpSpPr bwMode="auto">
          <a:xfrm>
            <a:off x="6748463" y="2819400"/>
            <a:ext cx="2501900" cy="1887538"/>
            <a:chOff x="3345" y="1688"/>
            <a:chExt cx="1576" cy="1189"/>
          </a:xfrm>
          <a:effectLst/>
        </p:grpSpPr>
        <p:sp>
          <p:nvSpPr>
            <p:cNvPr id="1024025" name="Rectangle 25"/>
            <p:cNvSpPr>
              <a:spLocks noChangeArrowheads="1"/>
            </p:cNvSpPr>
            <p:nvPr/>
          </p:nvSpPr>
          <p:spPr bwMode="auto">
            <a:xfrm>
              <a:off x="3355" y="1688"/>
              <a:ext cx="740" cy="5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360000" tIns="288000" rIns="360000" bIns="288000" anchor="ctr">
              <a:spAutoFit/>
            </a:bodyPr>
            <a:lstStyle/>
            <a:p>
              <a:pPr algn="ctr">
                <a:defRPr/>
              </a:pPr>
              <a:r>
                <a:rPr lang="en-US" sz="2400" b="1" dirty="0">
                  <a:effectLst>
                    <a:outerShdw blurRad="38100" dist="38100" dir="2700000" algn="tl">
                      <a:srgbClr val="000000">
                        <a:alpha val="43137"/>
                      </a:srgbClr>
                    </a:outerShdw>
                  </a:effectLst>
                </a:rPr>
                <a:t>cell</a:t>
              </a:r>
              <a:endParaRPr lang="bg-BG" sz="2400" b="1" dirty="0">
                <a:effectLst>
                  <a:outerShdw blurRad="38100" dist="38100" dir="2700000" algn="tl">
                    <a:srgbClr val="000000">
                      <a:alpha val="43137"/>
                    </a:srgbClr>
                  </a:outerShdw>
                </a:effectLst>
              </a:endParaRPr>
            </a:p>
          </p:txBody>
        </p:sp>
        <p:sp>
          <p:nvSpPr>
            <p:cNvPr id="1024031" name="Line 31"/>
            <p:cNvSpPr>
              <a:spLocks noChangeShapeType="1"/>
            </p:cNvSpPr>
            <p:nvPr/>
          </p:nvSpPr>
          <p:spPr bwMode="auto">
            <a:xfrm flipH="1">
              <a:off x="3718" y="205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33" name="Line 33"/>
            <p:cNvSpPr>
              <a:spLocks noChangeShapeType="1"/>
            </p:cNvSpPr>
            <p:nvPr/>
          </p:nvSpPr>
          <p:spPr bwMode="auto">
            <a:xfrm>
              <a:off x="3345" y="199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34" name="Line 34"/>
            <p:cNvSpPr>
              <a:spLocks noChangeShapeType="1"/>
            </p:cNvSpPr>
            <p:nvPr/>
          </p:nvSpPr>
          <p:spPr bwMode="auto">
            <a:xfrm>
              <a:off x="3884" y="199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35" name="Line 35"/>
            <p:cNvSpPr>
              <a:spLocks noChangeShapeType="1"/>
            </p:cNvSpPr>
            <p:nvPr/>
          </p:nvSpPr>
          <p:spPr bwMode="auto">
            <a:xfrm flipH="1">
              <a:off x="3718" y="171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36" name="Rectangle 36"/>
            <p:cNvSpPr>
              <a:spLocks noChangeArrowheads="1"/>
            </p:cNvSpPr>
            <p:nvPr/>
          </p:nvSpPr>
          <p:spPr bwMode="auto">
            <a:xfrm>
              <a:off x="3355" y="2278"/>
              <a:ext cx="740" cy="5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360000" tIns="288000" rIns="360000" bIns="288000" anchor="ctr">
              <a:spAutoFit/>
            </a:bodyPr>
            <a:lstStyle/>
            <a:p>
              <a:pPr algn="ctr">
                <a:defRPr/>
              </a:pPr>
              <a:r>
                <a:rPr lang="en-US" sz="2400" b="1" dirty="0">
                  <a:effectLst>
                    <a:outerShdw blurRad="38100" dist="38100" dir="2700000" algn="tl">
                      <a:srgbClr val="000000">
                        <a:alpha val="43137"/>
                      </a:srgbClr>
                    </a:outerShdw>
                  </a:effectLst>
                </a:rPr>
                <a:t>cell</a:t>
              </a:r>
              <a:endParaRPr lang="bg-BG" sz="2400" b="1" dirty="0">
                <a:effectLst>
                  <a:outerShdw blurRad="38100" dist="38100" dir="2700000" algn="tl">
                    <a:srgbClr val="000000">
                      <a:alpha val="43137"/>
                    </a:srgbClr>
                  </a:outerShdw>
                </a:effectLst>
              </a:endParaRPr>
            </a:p>
          </p:txBody>
        </p:sp>
        <p:sp>
          <p:nvSpPr>
            <p:cNvPr id="1024037" name="Line 37"/>
            <p:cNvSpPr>
              <a:spLocks noChangeShapeType="1"/>
            </p:cNvSpPr>
            <p:nvPr/>
          </p:nvSpPr>
          <p:spPr bwMode="auto">
            <a:xfrm flipH="1">
              <a:off x="3718" y="264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38" name="Line 38"/>
            <p:cNvSpPr>
              <a:spLocks noChangeShapeType="1"/>
            </p:cNvSpPr>
            <p:nvPr/>
          </p:nvSpPr>
          <p:spPr bwMode="auto">
            <a:xfrm>
              <a:off x="3345" y="258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39" name="Line 39"/>
            <p:cNvSpPr>
              <a:spLocks noChangeShapeType="1"/>
            </p:cNvSpPr>
            <p:nvPr/>
          </p:nvSpPr>
          <p:spPr bwMode="auto">
            <a:xfrm>
              <a:off x="3884" y="258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0" name="Line 40"/>
            <p:cNvSpPr>
              <a:spLocks noChangeShapeType="1"/>
            </p:cNvSpPr>
            <p:nvPr/>
          </p:nvSpPr>
          <p:spPr bwMode="auto">
            <a:xfrm flipH="1">
              <a:off x="3718" y="230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1" name="Rectangle 41"/>
            <p:cNvSpPr>
              <a:spLocks noChangeArrowheads="1"/>
            </p:cNvSpPr>
            <p:nvPr/>
          </p:nvSpPr>
          <p:spPr bwMode="auto">
            <a:xfrm>
              <a:off x="4171" y="1688"/>
              <a:ext cx="740" cy="5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360000" tIns="288000" rIns="360000" bIns="288000" anchor="ctr">
              <a:spAutoFit/>
            </a:bodyPr>
            <a:lstStyle/>
            <a:p>
              <a:pPr algn="ctr">
                <a:defRPr/>
              </a:pPr>
              <a:r>
                <a:rPr lang="en-US" sz="2400" b="1">
                  <a:effectLst>
                    <a:outerShdw blurRad="38100" dist="38100" dir="2700000" algn="tl">
                      <a:srgbClr val="000000">
                        <a:alpha val="43137"/>
                      </a:srgbClr>
                    </a:outerShdw>
                  </a:effectLst>
                </a:rPr>
                <a:t>cell</a:t>
              </a:r>
              <a:endParaRPr lang="bg-BG" sz="2400" b="1">
                <a:effectLst>
                  <a:outerShdw blurRad="38100" dist="38100" dir="2700000" algn="tl">
                    <a:srgbClr val="000000">
                      <a:alpha val="43137"/>
                    </a:srgbClr>
                  </a:outerShdw>
                </a:effectLst>
              </a:endParaRPr>
            </a:p>
          </p:txBody>
        </p:sp>
        <p:sp>
          <p:nvSpPr>
            <p:cNvPr id="1024042" name="Line 42"/>
            <p:cNvSpPr>
              <a:spLocks noChangeShapeType="1"/>
            </p:cNvSpPr>
            <p:nvPr/>
          </p:nvSpPr>
          <p:spPr bwMode="auto">
            <a:xfrm flipH="1">
              <a:off x="4534" y="205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3" name="Line 43"/>
            <p:cNvSpPr>
              <a:spLocks noChangeShapeType="1"/>
            </p:cNvSpPr>
            <p:nvPr/>
          </p:nvSpPr>
          <p:spPr bwMode="auto">
            <a:xfrm>
              <a:off x="4161" y="199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4" name="Line 44"/>
            <p:cNvSpPr>
              <a:spLocks noChangeShapeType="1"/>
            </p:cNvSpPr>
            <p:nvPr/>
          </p:nvSpPr>
          <p:spPr bwMode="auto">
            <a:xfrm>
              <a:off x="4700" y="199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5" name="Line 45"/>
            <p:cNvSpPr>
              <a:spLocks noChangeShapeType="1"/>
            </p:cNvSpPr>
            <p:nvPr/>
          </p:nvSpPr>
          <p:spPr bwMode="auto">
            <a:xfrm flipH="1">
              <a:off x="4534" y="171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6" name="Rectangle 46"/>
            <p:cNvSpPr>
              <a:spLocks noChangeArrowheads="1"/>
            </p:cNvSpPr>
            <p:nvPr/>
          </p:nvSpPr>
          <p:spPr bwMode="auto">
            <a:xfrm>
              <a:off x="4171" y="2278"/>
              <a:ext cx="740" cy="5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360000" tIns="288000" rIns="360000" bIns="288000" anchor="ctr">
              <a:spAutoFit/>
            </a:bodyPr>
            <a:lstStyle/>
            <a:p>
              <a:pPr algn="ctr">
                <a:defRPr/>
              </a:pPr>
              <a:r>
                <a:rPr lang="en-US" sz="2400" b="1">
                  <a:effectLst>
                    <a:outerShdw blurRad="38100" dist="38100" dir="2700000" algn="tl">
                      <a:srgbClr val="000000">
                        <a:alpha val="43137"/>
                      </a:srgbClr>
                    </a:outerShdw>
                  </a:effectLst>
                </a:rPr>
                <a:t>cell</a:t>
              </a:r>
              <a:endParaRPr lang="bg-BG" sz="2400" b="1">
                <a:effectLst>
                  <a:outerShdw blurRad="38100" dist="38100" dir="2700000" algn="tl">
                    <a:srgbClr val="000000">
                      <a:alpha val="43137"/>
                    </a:srgbClr>
                  </a:outerShdw>
                </a:effectLst>
              </a:endParaRPr>
            </a:p>
          </p:txBody>
        </p:sp>
        <p:sp>
          <p:nvSpPr>
            <p:cNvPr id="1024047" name="Line 47"/>
            <p:cNvSpPr>
              <a:spLocks noChangeShapeType="1"/>
            </p:cNvSpPr>
            <p:nvPr/>
          </p:nvSpPr>
          <p:spPr bwMode="auto">
            <a:xfrm flipH="1">
              <a:off x="4534" y="2647"/>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8" name="Line 48"/>
            <p:cNvSpPr>
              <a:spLocks noChangeShapeType="1"/>
            </p:cNvSpPr>
            <p:nvPr/>
          </p:nvSpPr>
          <p:spPr bwMode="auto">
            <a:xfrm>
              <a:off x="4161" y="2589"/>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49" name="Line 49"/>
            <p:cNvSpPr>
              <a:spLocks noChangeShapeType="1"/>
            </p:cNvSpPr>
            <p:nvPr/>
          </p:nvSpPr>
          <p:spPr bwMode="auto">
            <a:xfrm>
              <a:off x="4700" y="2586"/>
              <a:ext cx="221" cy="0"/>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sp>
          <p:nvSpPr>
            <p:cNvPr id="1024050" name="Line 50"/>
            <p:cNvSpPr>
              <a:spLocks noChangeShapeType="1"/>
            </p:cNvSpPr>
            <p:nvPr/>
          </p:nvSpPr>
          <p:spPr bwMode="auto">
            <a:xfrm flipH="1">
              <a:off x="4534" y="2308"/>
              <a:ext cx="0" cy="206"/>
            </a:xfrm>
            <a:prstGeom prst="line">
              <a:avLst/>
            </a:prstGeom>
            <a:noFill/>
            <a:ln w="25400">
              <a:solidFill>
                <a:schemeClr val="accent5">
                  <a:lumMod val="20000"/>
                  <a:lumOff val="80000"/>
                </a:schemeClr>
              </a:solidFill>
              <a:round/>
              <a:headEnd type="arrow" w="lg" len="med"/>
              <a:tailEnd type="arrow" w="lg" len="med"/>
            </a:ln>
            <a:effectLst/>
          </p:spPr>
          <p:txBody>
            <a:bodyPr anchor="ctr"/>
            <a:lstStyle/>
            <a:p>
              <a:pPr>
                <a:defRPr/>
              </a:pPr>
              <a:endParaRPr lang="en-US" b="1"/>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a:xfrm>
            <a:off x="3352800" y="152400"/>
            <a:ext cx="7086600" cy="914400"/>
          </a:xfrm>
        </p:spPr>
        <p:txBody>
          <a:bodyPr>
            <a:normAutofit fontScale="90000"/>
          </a:bodyPr>
          <a:lstStyle/>
          <a:p>
            <a:pPr>
              <a:defRPr/>
            </a:pPr>
            <a:r>
              <a:rPr lang="en-US" sz="3600" dirty="0"/>
              <a:t>Cell Spacing and Padding – Example</a:t>
            </a:r>
          </a:p>
        </p:txBody>
      </p:sp>
      <p:sp>
        <p:nvSpPr>
          <p:cNvPr id="5" name="Slide Number Placeholder 3"/>
          <p:cNvSpPr>
            <a:spLocks noGrp="1"/>
          </p:cNvSpPr>
          <p:nvPr>
            <p:ph type="sldNum" sz="quarter" idx="12"/>
          </p:nvPr>
        </p:nvSpPr>
        <p:spPr/>
        <p:txBody>
          <a:bodyPr/>
          <a:lstStyle/>
          <a:p>
            <a:pPr>
              <a:defRPr/>
            </a:pPr>
            <a:fld id="{58452FF4-89E3-4D1B-9927-2DBDC00E58D7}" type="slidenum">
              <a:rPr lang="en-US" smtClean="0"/>
              <a:t>56</a:t>
            </a:fld>
            <a:endParaRPr lang="en-US" dirty="0"/>
          </a:p>
        </p:txBody>
      </p:sp>
      <p:sp>
        <p:nvSpPr>
          <p:cNvPr id="1026052" name="Rectangle 4"/>
          <p:cNvSpPr>
            <a:spLocks noChangeArrowheads="1"/>
          </p:cNvSpPr>
          <p:nvPr/>
        </p:nvSpPr>
        <p:spPr bwMode="auto">
          <a:xfrm>
            <a:off x="1981200" y="1562993"/>
            <a:ext cx="7993063" cy="442685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&lt;head&gt;&lt;title&gt;Table Cells&lt;/title&gt;&lt;/head&gt;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&lt;table cellspacing="15" cellpadding="0"&gt;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&lt;tr&gt;&lt;td&gt;First&lt;/td&gt;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&lt;td&gt;Second&lt;/td&gt;&lt;/tr&gt;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&lt;/table&gt;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&lt;br/&gt;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&lt;table cellspacing="0" cellpadding="10"&gt;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&lt;tr&gt;&lt;td&gt;First&lt;/td&gt;&lt;td&gt;Second&lt;/td&gt;&lt;/tr&gt;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&lt;/table&gt;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&lt;/body&gt;</a:t>
            </a:r>
          </a:p>
          <a:p>
            <a:pPr eaLnBrk="0" hangingPunct="0">
              <a:lnSpc>
                <a:spcPts val="26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&lt;/html&gt;</a:t>
            </a:r>
          </a:p>
        </p:txBody>
      </p:sp>
      <p:sp>
        <p:nvSpPr>
          <p:cNvPr id="1026054" name="Rectangle 6"/>
          <p:cNvSpPr>
            <a:spLocks noChangeArrowheads="1"/>
          </p:cNvSpPr>
          <p:nvPr/>
        </p:nvSpPr>
        <p:spPr bwMode="auto">
          <a:xfrm>
            <a:off x="1981200" y="868154"/>
            <a:ext cx="2444900" cy="545790"/>
          </a:xfrm>
          <a:prstGeom prst="rect">
            <a:avLst/>
          </a:prstGeom>
        </p:spPr>
        <p:txBody>
          <a:bodyPr wrap="square">
            <a:spAutoFit/>
          </a:bodyPr>
          <a:lstStyle/>
          <a:p>
            <a:pPr marL="282575" indent="-282575" algn="r" eaLnBrk="0" hangingPunct="0">
              <a:lnSpc>
                <a:spcPts val="3800"/>
              </a:lnSpc>
              <a:buClr>
                <a:srgbClr val="46A6BD">
                  <a:lumMod val="40000"/>
                  <a:lumOff val="60000"/>
                </a:srgbClr>
              </a:buClr>
              <a:buSzPct val="70000"/>
              <a:tabLst>
                <a:tab pos="282575" algn="l"/>
              </a:tabLst>
              <a:defRPr/>
            </a:pPr>
            <a:r>
              <a:rPr lang="bg-BG" sz="2600" b="1" dirty="0">
                <a:effectLst>
                  <a:outerShdw blurRad="38100" dist="38100" dir="2700000" algn="tl">
                    <a:srgbClr val="000000">
                      <a:alpha val="43137"/>
                    </a:srgbClr>
                  </a:outerShdw>
                </a:effectLst>
                <a:latin typeface="Corbel" panose="020B0503020204020204"/>
              </a:rPr>
              <a:t>table-</a:t>
            </a:r>
            <a:r>
              <a:rPr lang="en-US" sz="2600" b="1" dirty="0">
                <a:effectLst>
                  <a:outerShdw blurRad="38100" dist="38100" dir="2700000" algn="tl">
                    <a:srgbClr val="000000">
                      <a:alpha val="43137"/>
                    </a:srgbClr>
                  </a:outerShdw>
                </a:effectLst>
                <a:latin typeface="Corbel" panose="020B0503020204020204"/>
              </a:rPr>
              <a:t>cells</a:t>
            </a:r>
            <a:r>
              <a:rPr lang="bg-BG" sz="2600" b="1" dirty="0">
                <a:effectLst>
                  <a:outerShdw blurRad="38100" dist="38100" dir="2700000" algn="tl">
                    <a:srgbClr val="000000">
                      <a:alpha val="43137"/>
                    </a:srgbClr>
                  </a:outerShdw>
                </a:effectLst>
                <a:latin typeface="Corbel" panose="020B0503020204020204"/>
              </a:rPr>
              <a:t>.html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Rectangle 3"/>
          <p:cNvSpPr txBox="1">
            <a:spLocks noChangeArrowheads="1"/>
          </p:cNvSpPr>
          <p:nvPr/>
        </p:nvSpPr>
        <p:spPr>
          <a:xfrm>
            <a:off x="6858000" y="1676400"/>
            <a:ext cx="3352800" cy="4876800"/>
          </a:xfrm>
          <a:prstGeom prst="rect">
            <a:avLst/>
          </a:prstGeom>
        </p:spPr>
        <p:txBody>
          <a:bodyPr/>
          <a:lstStyle/>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rowspan</a:t>
            </a: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0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000" b="1" dirty="0">
                <a:effectLst>
                  <a:outerShdw blurRad="38100" dist="38100" dir="2700000" algn="tl">
                    <a:srgbClr val="000000">
                      <a:alpha val="43137"/>
                    </a:srgbClr>
                  </a:outerShdw>
                </a:effectLst>
              </a:rPr>
              <a:t>Defines how many rows the cell occupies</a:t>
            </a:r>
          </a:p>
        </p:txBody>
      </p:sp>
      <p:sp>
        <p:nvSpPr>
          <p:cNvPr id="18" name="Rectangle 3"/>
          <p:cNvSpPr txBox="1">
            <a:spLocks noChangeArrowheads="1"/>
          </p:cNvSpPr>
          <p:nvPr/>
        </p:nvSpPr>
        <p:spPr>
          <a:xfrm>
            <a:off x="1981200" y="1676400"/>
            <a:ext cx="3352800" cy="4876800"/>
          </a:xfrm>
          <a:prstGeom prst="rect">
            <a:avLst/>
          </a:prstGeom>
        </p:spPr>
        <p:txBody>
          <a:bodyPr/>
          <a:lstStyle/>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000" b="1" noProof="1">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Colspan</a:t>
            </a: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2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endParaRPr lang="en-US" sz="3000" b="1" dirty="0">
              <a:effectLst>
                <a:outerShdw blurRad="38100" dist="38100" dir="2700000" algn="tl">
                  <a:srgbClr val="000000">
                    <a:alpha val="43137"/>
                  </a:srgbClr>
                </a:outerShdw>
              </a:effectLst>
            </a:endParaRPr>
          </a:p>
          <a:p>
            <a:pPr marL="282575" indent="-282575" eaLnBrk="0" hangingPunct="0">
              <a:lnSpc>
                <a:spcPts val="4000"/>
              </a:lnSpc>
              <a:spcBef>
                <a:spcPts val="600"/>
              </a:spcBef>
              <a:spcAft>
                <a:spcPts val="600"/>
              </a:spcAft>
              <a:buClr>
                <a:schemeClr val="accent5">
                  <a:lumMod val="40000"/>
                  <a:lumOff val="60000"/>
                </a:schemeClr>
              </a:buClr>
              <a:buSzPct val="70000"/>
              <a:buFont typeface="Wingdings 2" panose="05020102010507070707" pitchFamily="18" charset="2"/>
              <a:buChar char=""/>
              <a:tabLst>
                <a:tab pos="282575" algn="l"/>
              </a:tabLst>
              <a:defRPr/>
            </a:pPr>
            <a:r>
              <a:rPr lang="en-US" sz="3000" b="1" dirty="0">
                <a:effectLst>
                  <a:outerShdw blurRad="38100" dist="38100" dir="2700000" algn="tl">
                    <a:srgbClr val="000000">
                      <a:alpha val="43137"/>
                    </a:srgbClr>
                  </a:outerShdw>
                </a:effectLst>
              </a:rPr>
              <a:t>Defines how many columns the cell occupies</a:t>
            </a:r>
          </a:p>
        </p:txBody>
      </p:sp>
      <p:sp>
        <p:nvSpPr>
          <p:cNvPr id="1036292" name="Rectangle 4"/>
          <p:cNvSpPr>
            <a:spLocks noGrp="1" noChangeArrowheads="1"/>
          </p:cNvSpPr>
          <p:nvPr>
            <p:ph type="title"/>
          </p:nvPr>
        </p:nvSpPr>
        <p:spPr>
          <a:xfrm>
            <a:off x="2545131" y="393673"/>
            <a:ext cx="6571343" cy="1049235"/>
          </a:xfrm>
        </p:spPr>
        <p:txBody>
          <a:bodyPr/>
          <a:lstStyle/>
          <a:p>
            <a:pPr>
              <a:defRPr/>
            </a:pPr>
            <a:r>
              <a:rPr lang="en-US" dirty="0"/>
              <a:t>Column and Row Span</a:t>
            </a:r>
          </a:p>
        </p:txBody>
      </p:sp>
      <p:sp>
        <p:nvSpPr>
          <p:cNvPr id="1036293" name="Rectangle 5"/>
          <p:cNvSpPr>
            <a:spLocks noGrp="1" noChangeArrowheads="1"/>
          </p:cNvSpPr>
          <p:nvPr>
            <p:ph idx="1"/>
          </p:nvPr>
        </p:nvSpPr>
        <p:spPr>
          <a:xfrm>
            <a:off x="1752600" y="1321554"/>
            <a:ext cx="8686800" cy="609600"/>
          </a:xfrm>
        </p:spPr>
        <p:txBody>
          <a:bodyPr/>
          <a:lstStyle/>
          <a:p>
            <a:pPr>
              <a:lnSpc>
                <a:spcPct val="90000"/>
              </a:lnSpc>
              <a:defRPr/>
            </a:pPr>
            <a:r>
              <a:rPr lang="en-US" dirty="0"/>
              <a:t>Table cells have two important attributes:</a:t>
            </a:r>
          </a:p>
        </p:txBody>
      </p:sp>
      <p:sp>
        <p:nvSpPr>
          <p:cNvPr id="21" name="Slide Number Placeholder 3"/>
          <p:cNvSpPr>
            <a:spLocks noGrp="1"/>
          </p:cNvSpPr>
          <p:nvPr>
            <p:ph type="sldNum" sz="quarter" idx="12"/>
          </p:nvPr>
        </p:nvSpPr>
        <p:spPr/>
        <p:txBody>
          <a:bodyPr/>
          <a:lstStyle/>
          <a:p>
            <a:pPr>
              <a:defRPr/>
            </a:pPr>
            <a:fld id="{58452FF4-89E3-4D1B-9927-2DBDC00E58D7}" type="slidenum">
              <a:rPr lang="en-US" smtClean="0"/>
              <a:t>57</a:t>
            </a:fld>
            <a:endParaRPr lang="en-US" dirty="0"/>
          </a:p>
        </p:txBody>
      </p:sp>
      <p:sp>
        <p:nvSpPr>
          <p:cNvPr id="1036304" name="Rectangle 16"/>
          <p:cNvSpPr>
            <a:spLocks noChangeArrowheads="1"/>
          </p:cNvSpPr>
          <p:nvPr/>
        </p:nvSpPr>
        <p:spPr bwMode="auto">
          <a:xfrm>
            <a:off x="2452469" y="3232869"/>
            <a:ext cx="1509932" cy="587441"/>
          </a:xfrm>
          <a:prstGeom prst="rect">
            <a:avLst/>
          </a:prstGeom>
        </p:spPr>
        <p:style>
          <a:lnRef idx="3">
            <a:schemeClr val="lt1"/>
          </a:lnRef>
          <a:fillRef idx="1">
            <a:schemeClr val="dk1"/>
          </a:fillRef>
          <a:effectRef idx="1">
            <a:schemeClr val="dk1"/>
          </a:effectRef>
          <a:fontRef idx="minor">
            <a:schemeClr val="lt1"/>
          </a:fontRef>
        </p:style>
        <p:txBody>
          <a:bodyPr wrap="square" lIns="180000" tIns="108000" rIns="180000" bIns="108000" anchor="ctr">
            <a:spAutoFit/>
          </a:bodyPr>
          <a:lstStyle/>
          <a:p>
            <a:pPr algn="ctr">
              <a:defRPr/>
            </a:pPr>
            <a:r>
              <a:rPr lang="en-US" sz="2400" b="1" dirty="0">
                <a:effectLst>
                  <a:outerShdw blurRad="38100" dist="38100" dir="2700000" algn="tl">
                    <a:srgbClr val="000000">
                      <a:alpha val="43137"/>
                    </a:srgbClr>
                  </a:outerShdw>
                </a:effectLst>
              </a:rPr>
              <a:t>cell[1,1]</a:t>
            </a:r>
            <a:endParaRPr lang="bg-BG" sz="2400" b="1" dirty="0">
              <a:effectLst>
                <a:outerShdw blurRad="38100" dist="38100" dir="2700000" algn="tl">
                  <a:srgbClr val="000000">
                    <a:alpha val="43137"/>
                  </a:srgbClr>
                </a:outerShdw>
              </a:effectLst>
            </a:endParaRPr>
          </a:p>
        </p:txBody>
      </p:sp>
      <p:sp>
        <p:nvSpPr>
          <p:cNvPr id="1036324" name="Rectangle 36"/>
          <p:cNvSpPr>
            <a:spLocks noChangeArrowheads="1"/>
          </p:cNvSpPr>
          <p:nvPr/>
        </p:nvSpPr>
        <p:spPr bwMode="auto">
          <a:xfrm>
            <a:off x="4062918" y="3240833"/>
            <a:ext cx="1499682" cy="587441"/>
          </a:xfrm>
          <a:prstGeom prst="rect">
            <a:avLst/>
          </a:prstGeom>
        </p:spPr>
        <p:style>
          <a:lnRef idx="3">
            <a:schemeClr val="lt1"/>
          </a:lnRef>
          <a:fillRef idx="1">
            <a:schemeClr val="dk1"/>
          </a:fillRef>
          <a:effectRef idx="1">
            <a:schemeClr val="dk1"/>
          </a:effectRef>
          <a:fontRef idx="minor">
            <a:schemeClr val="lt1"/>
          </a:fontRef>
        </p:style>
        <p:txBody>
          <a:bodyPr wrap="square" lIns="180000" tIns="108000" rIns="180000" bIns="108000" anchor="ctr">
            <a:spAutoFit/>
          </a:bodyPr>
          <a:lstStyle/>
          <a:p>
            <a:pPr algn="ctr">
              <a:defRPr/>
            </a:pPr>
            <a:r>
              <a:rPr lang="en-US" sz="2400" b="1" dirty="0">
                <a:effectLst>
                  <a:outerShdw blurRad="38100" dist="38100" dir="2700000" algn="tl">
                    <a:srgbClr val="000000">
                      <a:alpha val="43137"/>
                    </a:srgbClr>
                  </a:outerShdw>
                </a:effectLst>
              </a:rPr>
              <a:t>cell[1,2]</a:t>
            </a:r>
            <a:endParaRPr lang="bg-BG" sz="2400" b="1" dirty="0">
              <a:effectLst>
                <a:outerShdw blurRad="38100" dist="38100" dir="2700000" algn="tl">
                  <a:srgbClr val="000000">
                    <a:alpha val="43137"/>
                  </a:srgbClr>
                </a:outerShdw>
              </a:effectLst>
            </a:endParaRPr>
          </a:p>
        </p:txBody>
      </p:sp>
      <p:sp>
        <p:nvSpPr>
          <p:cNvPr id="1036325" name="Rectangle 37"/>
          <p:cNvSpPr>
            <a:spLocks noChangeArrowheads="1"/>
          </p:cNvSpPr>
          <p:nvPr/>
        </p:nvSpPr>
        <p:spPr bwMode="auto">
          <a:xfrm>
            <a:off x="2514600" y="3908360"/>
            <a:ext cx="3048000" cy="587441"/>
          </a:xfrm>
          <a:prstGeom prst="rect">
            <a:avLst/>
          </a:prstGeom>
        </p:spPr>
        <p:style>
          <a:lnRef idx="3">
            <a:schemeClr val="lt1"/>
          </a:lnRef>
          <a:fillRef idx="1">
            <a:schemeClr val="dk1"/>
          </a:fillRef>
          <a:effectRef idx="1">
            <a:schemeClr val="dk1"/>
          </a:effectRef>
          <a:fontRef idx="minor">
            <a:schemeClr val="lt1"/>
          </a:fontRef>
        </p:style>
        <p:txBody>
          <a:bodyPr wrap="square" lIns="180000" tIns="108000" rIns="180000" bIns="108000" anchor="ctr">
            <a:spAutoFit/>
          </a:bodyPr>
          <a:lstStyle/>
          <a:p>
            <a:pPr algn="ctr">
              <a:defRPr/>
            </a:pPr>
            <a:r>
              <a:rPr lang="en-US" sz="2400" b="1" dirty="0">
                <a:effectLst>
                  <a:outerShdw blurRad="38100" dist="38100" dir="2700000" algn="tl">
                    <a:srgbClr val="000000">
                      <a:alpha val="43137"/>
                    </a:srgbClr>
                  </a:outerShdw>
                </a:effectLst>
              </a:rPr>
              <a:t>cell[2,1]</a:t>
            </a:r>
            <a:endParaRPr lang="bg-BG" sz="2400" b="1" dirty="0">
              <a:effectLst>
                <a:outerShdw blurRad="38100" dist="38100" dir="2700000" algn="tl">
                  <a:srgbClr val="000000">
                    <a:alpha val="43137"/>
                  </a:srgbClr>
                </a:outerShdw>
              </a:effectLst>
            </a:endParaRPr>
          </a:p>
        </p:txBody>
      </p:sp>
      <p:sp>
        <p:nvSpPr>
          <p:cNvPr id="1036326" name="AutoShape 38"/>
          <p:cNvSpPr>
            <a:spLocks noChangeArrowheads="1"/>
          </p:cNvSpPr>
          <p:nvPr/>
        </p:nvSpPr>
        <p:spPr bwMode="auto">
          <a:xfrm>
            <a:off x="4149531" y="2267261"/>
            <a:ext cx="1871663" cy="527804"/>
          </a:xfrm>
          <a:prstGeom prst="wedgeRoundRectCallout">
            <a:avLst>
              <a:gd name="adj1" fmla="val -46269"/>
              <a:gd name="adj2" fmla="val 155148"/>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b="1" noProof="1">
                <a:solidFill>
                  <a:srgbClr val="F7FFE7"/>
                </a:solidFill>
                <a:effectLst>
                  <a:outerShdw blurRad="38100" dist="38100" dir="2700000" algn="tl">
                    <a:srgbClr val="000000">
                      <a:alpha val="43137"/>
                    </a:srgbClr>
                  </a:outerShdw>
                </a:effectLst>
                <a:cs typeface="Consolas" panose="020B0609020204030204" pitchFamily="49" charset="0"/>
              </a:rPr>
              <a:t>colspan="1"</a:t>
            </a:r>
          </a:p>
        </p:txBody>
      </p:sp>
      <p:sp>
        <p:nvSpPr>
          <p:cNvPr id="1036327" name="AutoShape 39"/>
          <p:cNvSpPr>
            <a:spLocks noChangeArrowheads="1"/>
          </p:cNvSpPr>
          <p:nvPr/>
        </p:nvSpPr>
        <p:spPr bwMode="auto">
          <a:xfrm>
            <a:off x="1752601" y="2236738"/>
            <a:ext cx="1871663" cy="511275"/>
          </a:xfrm>
          <a:prstGeom prst="wedgeRoundRectCallout">
            <a:avLst>
              <a:gd name="adj1" fmla="val 41519"/>
              <a:gd name="adj2" fmla="val 145954"/>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b="1" noProof="1">
                <a:solidFill>
                  <a:srgbClr val="F7FFE7"/>
                </a:solidFill>
                <a:effectLst>
                  <a:outerShdw blurRad="38100" dist="38100" dir="2700000" algn="tl">
                    <a:srgbClr val="000000">
                      <a:alpha val="43137"/>
                    </a:srgbClr>
                  </a:outerShdw>
                </a:effectLst>
                <a:cs typeface="Consolas" panose="020B0609020204030204" pitchFamily="49" charset="0"/>
              </a:rPr>
              <a:t>colspan="1"</a:t>
            </a:r>
          </a:p>
        </p:txBody>
      </p:sp>
      <p:sp>
        <p:nvSpPr>
          <p:cNvPr id="1036328" name="AutoShape 40"/>
          <p:cNvSpPr>
            <a:spLocks noChangeArrowheads="1"/>
          </p:cNvSpPr>
          <p:nvPr/>
        </p:nvSpPr>
        <p:spPr bwMode="auto">
          <a:xfrm>
            <a:off x="4495800" y="4648200"/>
            <a:ext cx="1871662" cy="527804"/>
          </a:xfrm>
          <a:prstGeom prst="wedgeRoundRectCallout">
            <a:avLst>
              <a:gd name="adj1" fmla="val -39747"/>
              <a:gd name="adj2" fmla="val -112553"/>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b="1" noProof="1">
                <a:solidFill>
                  <a:srgbClr val="F7FFE7"/>
                </a:solidFill>
                <a:effectLst>
                  <a:outerShdw blurRad="38100" dist="38100" dir="2700000" algn="tl">
                    <a:srgbClr val="000000">
                      <a:alpha val="43137"/>
                    </a:srgbClr>
                  </a:outerShdw>
                </a:effectLst>
                <a:cs typeface="Consolas" panose="020B0609020204030204" pitchFamily="49" charset="0"/>
              </a:rPr>
              <a:t>colspan="2"</a:t>
            </a:r>
          </a:p>
        </p:txBody>
      </p:sp>
      <p:sp>
        <p:nvSpPr>
          <p:cNvPr id="1036329" name="Rectangle 41"/>
          <p:cNvSpPr>
            <a:spLocks noChangeArrowheads="1"/>
          </p:cNvSpPr>
          <p:nvPr/>
        </p:nvSpPr>
        <p:spPr bwMode="auto">
          <a:xfrm>
            <a:off x="6815138" y="3200400"/>
            <a:ext cx="1503362" cy="1295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lIns="180000" tIns="108000" rIns="180000" bIns="108000" anchor="ctr"/>
          <a:lstStyle/>
          <a:p>
            <a:pPr algn="ctr">
              <a:defRPr/>
            </a:pPr>
            <a:r>
              <a:rPr lang="en-US" sz="2400" b="1" dirty="0">
                <a:effectLst>
                  <a:outerShdw blurRad="38100" dist="38100" dir="2700000" algn="tl">
                    <a:srgbClr val="000000">
                      <a:alpha val="43137"/>
                    </a:srgbClr>
                  </a:outerShdw>
                </a:effectLst>
              </a:rPr>
              <a:t>cell[1,1]</a:t>
            </a:r>
            <a:endParaRPr lang="bg-BG" sz="2400" b="1" dirty="0">
              <a:effectLst>
                <a:outerShdw blurRad="38100" dist="38100" dir="2700000" algn="tl">
                  <a:srgbClr val="000000">
                    <a:alpha val="43137"/>
                  </a:srgbClr>
                </a:outerShdw>
              </a:effectLst>
            </a:endParaRPr>
          </a:p>
        </p:txBody>
      </p:sp>
      <p:sp>
        <p:nvSpPr>
          <p:cNvPr id="1036330" name="Rectangle 42"/>
          <p:cNvSpPr>
            <a:spLocks noChangeArrowheads="1"/>
          </p:cNvSpPr>
          <p:nvPr/>
        </p:nvSpPr>
        <p:spPr bwMode="auto">
          <a:xfrm>
            <a:off x="8441244" y="3200401"/>
            <a:ext cx="1410277" cy="5874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lIns="180000" tIns="108000" rIns="180000" bIns="108000" anchor="ctr">
            <a:spAutoFit/>
          </a:bodyPr>
          <a:lstStyle/>
          <a:p>
            <a:pPr algn="ctr">
              <a:defRPr/>
            </a:pPr>
            <a:r>
              <a:rPr lang="en-US" sz="2400" b="1" dirty="0">
                <a:effectLst>
                  <a:outerShdw blurRad="38100" dist="38100" dir="2700000" algn="tl">
                    <a:srgbClr val="000000">
                      <a:alpha val="43137"/>
                    </a:srgbClr>
                  </a:outerShdw>
                </a:effectLst>
              </a:rPr>
              <a:t>cell[1,2]</a:t>
            </a:r>
            <a:endParaRPr lang="bg-BG" sz="2400" b="1" dirty="0">
              <a:effectLst>
                <a:outerShdw blurRad="38100" dist="38100" dir="2700000" algn="tl">
                  <a:srgbClr val="000000">
                    <a:alpha val="43137"/>
                  </a:srgbClr>
                </a:outerShdw>
              </a:effectLst>
            </a:endParaRPr>
          </a:p>
        </p:txBody>
      </p:sp>
      <p:sp>
        <p:nvSpPr>
          <p:cNvPr id="1036332" name="Rectangle 44"/>
          <p:cNvSpPr>
            <a:spLocks noChangeArrowheads="1"/>
          </p:cNvSpPr>
          <p:nvPr/>
        </p:nvSpPr>
        <p:spPr bwMode="auto">
          <a:xfrm>
            <a:off x="8441244" y="3886200"/>
            <a:ext cx="1410277" cy="6096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lIns="180000" tIns="108000" rIns="180000" bIns="108000" anchor="ctr">
            <a:spAutoFit/>
          </a:bodyPr>
          <a:lstStyle/>
          <a:p>
            <a:pPr algn="ctr">
              <a:defRPr/>
            </a:pPr>
            <a:r>
              <a:rPr lang="en-US" sz="2400" b="1">
                <a:effectLst>
                  <a:outerShdw blurRad="38100" dist="38100" dir="2700000" algn="tl">
                    <a:srgbClr val="000000">
                      <a:alpha val="43137"/>
                    </a:srgbClr>
                  </a:outerShdw>
                </a:effectLst>
              </a:rPr>
              <a:t>cell[2,1]</a:t>
            </a:r>
            <a:endParaRPr lang="bg-BG" sz="2400" b="1">
              <a:effectLst>
                <a:outerShdw blurRad="38100" dist="38100" dir="2700000" algn="tl">
                  <a:srgbClr val="000000">
                    <a:alpha val="43137"/>
                  </a:srgbClr>
                </a:outerShdw>
              </a:effectLst>
            </a:endParaRPr>
          </a:p>
        </p:txBody>
      </p:sp>
      <p:sp>
        <p:nvSpPr>
          <p:cNvPr id="1036333" name="AutoShape 45"/>
          <p:cNvSpPr>
            <a:spLocks noChangeArrowheads="1"/>
          </p:cNvSpPr>
          <p:nvPr/>
        </p:nvSpPr>
        <p:spPr bwMode="auto">
          <a:xfrm>
            <a:off x="6096001" y="2492376"/>
            <a:ext cx="2170112" cy="511275"/>
          </a:xfrm>
          <a:prstGeom prst="wedgeRoundRectCallout">
            <a:avLst>
              <a:gd name="adj1" fmla="val 38074"/>
              <a:gd name="adj2" fmla="val 81521"/>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b="1" noProof="1">
                <a:solidFill>
                  <a:srgbClr val="F7FFE7"/>
                </a:solidFill>
                <a:effectLst>
                  <a:outerShdw blurRad="38100" dist="38100" dir="2700000" algn="tl">
                    <a:srgbClr val="000000">
                      <a:alpha val="43137"/>
                    </a:srgbClr>
                  </a:outerShdw>
                </a:effectLst>
                <a:cs typeface="Consolas" panose="020B0609020204030204" pitchFamily="49" charset="0"/>
              </a:rPr>
              <a:t>rowspan="2"</a:t>
            </a:r>
          </a:p>
        </p:txBody>
      </p:sp>
      <p:sp>
        <p:nvSpPr>
          <p:cNvPr id="1036334" name="AutoShape 46"/>
          <p:cNvSpPr>
            <a:spLocks noChangeArrowheads="1"/>
          </p:cNvSpPr>
          <p:nvPr/>
        </p:nvSpPr>
        <p:spPr bwMode="auto">
          <a:xfrm>
            <a:off x="8328025" y="2492375"/>
            <a:ext cx="1944688" cy="527804"/>
          </a:xfrm>
          <a:prstGeom prst="wedgeRoundRectCallout">
            <a:avLst>
              <a:gd name="adj1" fmla="val -39389"/>
              <a:gd name="adj2" fmla="val 150736"/>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b="1" noProof="1">
                <a:solidFill>
                  <a:srgbClr val="F7FFE7"/>
                </a:solidFill>
                <a:effectLst>
                  <a:outerShdw blurRad="38100" dist="38100" dir="2700000" algn="tl">
                    <a:srgbClr val="000000">
                      <a:alpha val="43137"/>
                    </a:srgbClr>
                  </a:outerShdw>
                </a:effectLst>
                <a:cs typeface="Consolas" panose="020B0609020204030204" pitchFamily="49" charset="0"/>
              </a:rPr>
              <a:t>rowspan="1"</a:t>
            </a:r>
          </a:p>
        </p:txBody>
      </p:sp>
      <p:sp>
        <p:nvSpPr>
          <p:cNvPr id="20" name="AutoShape 46"/>
          <p:cNvSpPr>
            <a:spLocks noChangeArrowheads="1"/>
          </p:cNvSpPr>
          <p:nvPr/>
        </p:nvSpPr>
        <p:spPr bwMode="auto">
          <a:xfrm>
            <a:off x="8305800" y="4572000"/>
            <a:ext cx="1944688" cy="527804"/>
          </a:xfrm>
          <a:prstGeom prst="wedgeRoundRectCallout">
            <a:avLst>
              <a:gd name="adj1" fmla="val -36289"/>
              <a:gd name="adj2" fmla="val -89144"/>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buClr>
                <a:schemeClr val="accent5">
                  <a:lumMod val="40000"/>
                  <a:lumOff val="60000"/>
                </a:schemeClr>
              </a:buClr>
              <a:buSzPct val="70000"/>
              <a:defRPr/>
            </a:pPr>
            <a:r>
              <a:rPr lang="en-US" sz="2400" b="1" noProof="1">
                <a:solidFill>
                  <a:srgbClr val="F7FFE7"/>
                </a:solidFill>
                <a:effectLst>
                  <a:outerShdw blurRad="38100" dist="38100" dir="2700000" algn="tl">
                    <a:srgbClr val="000000">
                      <a:alpha val="43137"/>
                    </a:srgbClr>
                  </a:outerShdw>
                </a:effectLst>
                <a:cs typeface="Consolas" panose="020B0609020204030204" pitchFamily="49" charset="0"/>
              </a:rPr>
              <a:t>rowspan="1"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63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63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63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363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363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326" grpId="0" animBg="1"/>
      <p:bldP spid="1036327" grpId="0" animBg="1"/>
      <p:bldP spid="1036328" grpId="0" animBg="1"/>
      <p:bldP spid="1036333" grpId="0" animBg="1"/>
      <p:bldP spid="1036334" grpId="0" animBg="1"/>
      <p:bldP spid="20"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a:xfrm>
            <a:off x="2665576" y="170522"/>
            <a:ext cx="6571343" cy="1049235"/>
          </a:xfrm>
        </p:spPr>
        <p:txBody>
          <a:bodyPr>
            <a:normAutofit fontScale="90000"/>
          </a:bodyPr>
          <a:lstStyle/>
          <a:p>
            <a:pPr>
              <a:defRPr/>
            </a:pPr>
            <a:r>
              <a:rPr lang="en-US" sz="3600" b="1" dirty="0"/>
              <a:t>Column and Row Span – Example</a:t>
            </a:r>
          </a:p>
        </p:txBody>
      </p:sp>
      <p:sp>
        <p:nvSpPr>
          <p:cNvPr id="7" name="Slide Number Placeholder 3"/>
          <p:cNvSpPr>
            <a:spLocks noGrp="1"/>
          </p:cNvSpPr>
          <p:nvPr>
            <p:ph type="sldNum" sz="quarter" idx="12"/>
          </p:nvPr>
        </p:nvSpPr>
        <p:spPr/>
        <p:txBody>
          <a:bodyPr/>
          <a:lstStyle/>
          <a:p>
            <a:pPr>
              <a:defRPr/>
            </a:pPr>
            <a:fld id="{58452FF4-89E3-4D1B-9927-2DBDC00E58D7}" type="slidenum">
              <a:rPr lang="en-US" smtClean="0"/>
              <a:t>58</a:t>
            </a:fld>
            <a:endParaRPr lang="en-US" dirty="0"/>
          </a:p>
        </p:txBody>
      </p:sp>
      <p:sp>
        <p:nvSpPr>
          <p:cNvPr id="1038339" name="Rectangle 3"/>
          <p:cNvSpPr>
            <a:spLocks noChangeArrowheads="1"/>
          </p:cNvSpPr>
          <p:nvPr/>
        </p:nvSpPr>
        <p:spPr bwMode="auto">
          <a:xfrm>
            <a:off x="1852876" y="1864376"/>
            <a:ext cx="7993063" cy="286232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 cellspacing="0"&gt;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 class="1"&gt;&lt;td&gt;Cell[1,1]&lt;/td&gt;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 colspan="2"&gt;Cell[2,1]&lt;/td&gt;&lt;/tr&gt;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 class=“2"&gt;&lt;td&gt;Cell[1,2]&lt;/td&gt;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 rowspan="2"&gt;Cell[2,2]&lt;/td&gt;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&lt;td&gt;Cell[3,2]&lt;/td&gt;&lt;/tr&gt;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&lt;tr class=“3"&gt;&lt;td&gt;Cell[1,3]&lt;/td&gt;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        &lt;td&gt;Cell[2,3]&lt;/td&gt;&lt;/tr&gt;</a:t>
            </a:r>
          </a:p>
          <a:p>
            <a:pPr eaLnBrk="0" hangingPunct="0">
              <a:lnSpc>
                <a:spcPts val="2400"/>
              </a:lnSpc>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latin typeface="Consolas" panose="020B0609020204030204" pitchFamily="49" charset="0"/>
                <a:cs typeface="Consolas" panose="020B0609020204030204" pitchFamily="49" charset="0"/>
              </a:rPr>
              <a:t>&lt;/table&gt;</a:t>
            </a:r>
          </a:p>
        </p:txBody>
      </p:sp>
      <p:sp>
        <p:nvSpPr>
          <p:cNvPr id="1038341" name="Rectangle 5"/>
          <p:cNvSpPr>
            <a:spLocks noChangeArrowheads="1"/>
          </p:cNvSpPr>
          <p:nvPr/>
        </p:nvSpPr>
        <p:spPr bwMode="auto">
          <a:xfrm>
            <a:off x="4141789" y="2327703"/>
            <a:ext cx="184731" cy="830997"/>
          </a:xfrm>
          <a:prstGeom prst="rect">
            <a:avLst/>
          </a:prstGeom>
          <a:noFill/>
          <a:ln w="25400" algn="ctr">
            <a:noFill/>
            <a:miter lim="800000"/>
            <a:headEnd type="none" w="lg" len="med"/>
            <a:tailEnd type="none" w="lg" len="med"/>
          </a:ln>
          <a:effectLst>
            <a:outerShdw dist="17961" dir="2700000" algn="ctr" rotWithShape="0">
              <a:srgbClr val="FFFFFF"/>
            </a:outerShdw>
          </a:effectLst>
        </p:spPr>
        <p:txBody>
          <a:bodyPr wrap="none" anchor="ctr">
            <a:spAutoFit/>
          </a:bodyPr>
          <a:lstStyle/>
          <a:p>
            <a:pPr>
              <a:lnSpc>
                <a:spcPct val="100000"/>
              </a:lnSpc>
              <a:defRPr/>
            </a:pPr>
            <a:br>
              <a:rPr lang="en-US" sz="2400"/>
            </a:br>
            <a:endParaRPr lang="en-US" sz="2400"/>
          </a:p>
        </p:txBody>
      </p:sp>
      <p:sp>
        <p:nvSpPr>
          <p:cNvPr id="6" name="Rectangle 6"/>
          <p:cNvSpPr>
            <a:spLocks noChangeArrowheads="1"/>
          </p:cNvSpPr>
          <p:nvPr/>
        </p:nvSpPr>
        <p:spPr bwMode="auto">
          <a:xfrm>
            <a:off x="1852876" y="1210017"/>
            <a:ext cx="5486400" cy="545790"/>
          </a:xfrm>
          <a:prstGeom prst="rect">
            <a:avLst/>
          </a:prstGeom>
        </p:spPr>
        <p:txBody>
          <a:bodyPr wrap="square">
            <a:spAutoFit/>
          </a:bodyPr>
          <a:lstStyle/>
          <a:p>
            <a:pPr marL="282575" indent="-282575" eaLnBrk="0" hangingPunct="0">
              <a:lnSpc>
                <a:spcPts val="3800"/>
              </a:lnSpc>
              <a:buClr>
                <a:srgbClr val="46A6BD">
                  <a:lumMod val="40000"/>
                  <a:lumOff val="60000"/>
                </a:srgbClr>
              </a:buClr>
              <a:buSzPct val="70000"/>
              <a:tabLst>
                <a:tab pos="282575" algn="l"/>
              </a:tabLst>
              <a:defRPr/>
            </a:pPr>
            <a:r>
              <a:rPr lang="en-US" sz="2600" b="1" dirty="0">
                <a:effectLst>
                  <a:outerShdw blurRad="38100" dist="38100" dir="2700000" algn="tl">
                    <a:srgbClr val="000000">
                      <a:alpha val="43137"/>
                    </a:srgbClr>
                  </a:outerShdw>
                </a:effectLst>
                <a:latin typeface="Corbel" panose="020B0503020204020204"/>
              </a:rPr>
              <a:t>table-colspan-rowspan.html</a:t>
            </a:r>
            <a:endParaRPr lang="bg-BG" sz="2600" b="1" dirty="0">
              <a:effectLst>
                <a:outerShdw blurRad="38100" dist="38100" dir="2700000" algn="tl">
                  <a:srgbClr val="000000">
                    <a:alpha val="43137"/>
                  </a:srgbClr>
                </a:outerShdw>
              </a:effectLst>
              <a:latin typeface="Corbel" panose="020B0503020204020204"/>
            </a:endParaRPr>
          </a:p>
        </p:txBody>
      </p:sp>
      <p:grpSp>
        <p:nvGrpSpPr>
          <p:cNvPr id="8" name="Group 7"/>
          <p:cNvGrpSpPr/>
          <p:nvPr/>
        </p:nvGrpSpPr>
        <p:grpSpPr bwMode="auto">
          <a:xfrm>
            <a:off x="3962400" y="4603750"/>
            <a:ext cx="5661025" cy="1752600"/>
            <a:chOff x="1649" y="1987"/>
            <a:chExt cx="2463" cy="864"/>
          </a:xfrm>
        </p:grpSpPr>
        <p:sp>
          <p:nvSpPr>
            <p:cNvPr id="9" name="Rectangle 8"/>
            <p:cNvSpPr>
              <a:spLocks noChangeArrowheads="1"/>
            </p:cNvSpPr>
            <p:nvPr/>
          </p:nvSpPr>
          <p:spPr bwMode="auto">
            <a:xfrm>
              <a:off x="3291" y="2563"/>
              <a:ext cx="821" cy="288"/>
            </a:xfrm>
            <a:prstGeom prst="rect">
              <a:avLst/>
            </a:prstGeom>
            <a:solidFill>
              <a:srgbClr val="CCCCFF"/>
            </a:solidFill>
            <a:ln w="25400" algn="ctr">
              <a:noFill/>
              <a:miter lim="800000"/>
              <a:headEnd type="none" w="lg" len="med"/>
              <a:tailEnd type="none" w="lg" len="med"/>
            </a:ln>
            <a:effectLst/>
          </p:spPr>
          <p:txBody>
            <a:bodyPr anchor="ctr"/>
            <a:lstStyle/>
            <a:p>
              <a:pPr algn="ctr">
                <a:lnSpc>
                  <a:spcPct val="100000"/>
                </a:lnSpc>
                <a:defRPr/>
              </a:pPr>
              <a:r>
                <a:rPr lang="en-US" sz="2400" b="1">
                  <a:solidFill>
                    <a:schemeClr val="bg1"/>
                  </a:solidFill>
                  <a:latin typeface="Consolas" panose="020B0609020204030204" pitchFamily="49" charset="0"/>
                  <a:cs typeface="Consolas" panose="020B0609020204030204" pitchFamily="49" charset="0"/>
                </a:rPr>
                <a:t>Cell[2,3]</a:t>
              </a:r>
            </a:p>
          </p:txBody>
        </p:sp>
        <p:sp>
          <p:nvSpPr>
            <p:cNvPr id="10" name="Rectangle 9"/>
            <p:cNvSpPr>
              <a:spLocks noChangeArrowheads="1"/>
            </p:cNvSpPr>
            <p:nvPr/>
          </p:nvSpPr>
          <p:spPr bwMode="auto">
            <a:xfrm>
              <a:off x="1649" y="2563"/>
              <a:ext cx="821" cy="288"/>
            </a:xfrm>
            <a:prstGeom prst="rect">
              <a:avLst/>
            </a:prstGeom>
            <a:solidFill>
              <a:srgbClr val="CCCCFF"/>
            </a:solidFill>
            <a:ln w="25400" algn="ctr">
              <a:noFill/>
              <a:miter lim="800000"/>
              <a:headEnd type="none" w="lg" len="med"/>
              <a:tailEnd type="none" w="lg" len="med"/>
            </a:ln>
            <a:effectLst/>
          </p:spPr>
          <p:txBody>
            <a:bodyPr anchor="ctr"/>
            <a:lstStyle/>
            <a:p>
              <a:pPr algn="ctr">
                <a:lnSpc>
                  <a:spcPct val="100000"/>
                </a:lnSpc>
                <a:defRPr/>
              </a:pPr>
              <a:r>
                <a:rPr lang="en-US" sz="2400" b="1">
                  <a:solidFill>
                    <a:schemeClr val="bg1"/>
                  </a:solidFill>
                  <a:latin typeface="Consolas" panose="020B0609020204030204" pitchFamily="49" charset="0"/>
                  <a:cs typeface="Consolas" panose="020B0609020204030204" pitchFamily="49" charset="0"/>
                </a:rPr>
                <a:t>Cell[1,3]</a:t>
              </a:r>
            </a:p>
          </p:txBody>
        </p:sp>
        <p:sp>
          <p:nvSpPr>
            <p:cNvPr id="11" name="Rectangle 10"/>
            <p:cNvSpPr>
              <a:spLocks noChangeArrowheads="1"/>
            </p:cNvSpPr>
            <p:nvPr/>
          </p:nvSpPr>
          <p:spPr bwMode="auto">
            <a:xfrm>
              <a:off x="3291" y="2275"/>
              <a:ext cx="821" cy="288"/>
            </a:xfrm>
            <a:prstGeom prst="rect">
              <a:avLst/>
            </a:prstGeom>
            <a:solidFill>
              <a:srgbClr val="FFCC66"/>
            </a:solidFill>
            <a:ln w="25400" algn="ctr">
              <a:noFill/>
              <a:miter lim="800000"/>
              <a:headEnd type="none" w="lg" len="med"/>
              <a:tailEnd type="none" w="lg" len="med"/>
            </a:ln>
            <a:effectLst/>
          </p:spPr>
          <p:txBody>
            <a:bodyPr anchor="ctr"/>
            <a:lstStyle/>
            <a:p>
              <a:pPr algn="ctr">
                <a:lnSpc>
                  <a:spcPct val="100000"/>
                </a:lnSpc>
                <a:defRPr/>
              </a:pPr>
              <a:r>
                <a:rPr lang="en-US" sz="2400" b="1">
                  <a:solidFill>
                    <a:schemeClr val="bg1"/>
                  </a:solidFill>
                  <a:latin typeface="Consolas" panose="020B0609020204030204" pitchFamily="49" charset="0"/>
                  <a:cs typeface="Consolas" panose="020B0609020204030204" pitchFamily="49" charset="0"/>
                </a:rPr>
                <a:t>Cell[3,2]</a:t>
              </a:r>
            </a:p>
          </p:txBody>
        </p:sp>
        <p:sp>
          <p:nvSpPr>
            <p:cNvPr id="12" name="Rectangle 11"/>
            <p:cNvSpPr>
              <a:spLocks noChangeArrowheads="1"/>
            </p:cNvSpPr>
            <p:nvPr/>
          </p:nvSpPr>
          <p:spPr bwMode="auto">
            <a:xfrm>
              <a:off x="2470" y="2275"/>
              <a:ext cx="821" cy="576"/>
            </a:xfrm>
            <a:prstGeom prst="rect">
              <a:avLst/>
            </a:prstGeom>
            <a:solidFill>
              <a:srgbClr val="FFCC66"/>
            </a:solidFill>
            <a:ln w="25400" algn="ctr">
              <a:noFill/>
              <a:miter lim="800000"/>
              <a:headEnd type="none" w="lg" len="med"/>
              <a:tailEnd type="none" w="lg" len="med"/>
            </a:ln>
            <a:effectLst/>
          </p:spPr>
          <p:txBody>
            <a:bodyPr anchor="ctr"/>
            <a:lstStyle/>
            <a:p>
              <a:pPr algn="ctr">
                <a:lnSpc>
                  <a:spcPct val="100000"/>
                </a:lnSpc>
                <a:defRPr/>
              </a:pPr>
              <a:r>
                <a:rPr lang="en-US" sz="2400" b="1">
                  <a:solidFill>
                    <a:schemeClr val="bg1"/>
                  </a:solidFill>
                  <a:latin typeface="Consolas" panose="020B0609020204030204" pitchFamily="49" charset="0"/>
                  <a:cs typeface="Consolas" panose="020B0609020204030204" pitchFamily="49" charset="0"/>
                </a:rPr>
                <a:t>Cell[2,2]</a:t>
              </a:r>
            </a:p>
          </p:txBody>
        </p:sp>
        <p:sp>
          <p:nvSpPr>
            <p:cNvPr id="13" name="Rectangle 12"/>
            <p:cNvSpPr>
              <a:spLocks noChangeArrowheads="1"/>
            </p:cNvSpPr>
            <p:nvPr/>
          </p:nvSpPr>
          <p:spPr bwMode="auto">
            <a:xfrm>
              <a:off x="1649" y="2275"/>
              <a:ext cx="821" cy="288"/>
            </a:xfrm>
            <a:prstGeom prst="rect">
              <a:avLst/>
            </a:prstGeom>
            <a:solidFill>
              <a:srgbClr val="FFCC66"/>
            </a:solidFill>
            <a:ln w="25400" algn="ctr">
              <a:noFill/>
              <a:miter lim="800000"/>
              <a:headEnd type="none" w="lg" len="med"/>
              <a:tailEnd type="none" w="lg" len="med"/>
            </a:ln>
            <a:effectLst/>
          </p:spPr>
          <p:txBody>
            <a:bodyPr anchor="ctr"/>
            <a:lstStyle/>
            <a:p>
              <a:pPr algn="ctr">
                <a:lnSpc>
                  <a:spcPct val="100000"/>
                </a:lnSpc>
                <a:defRPr/>
              </a:pPr>
              <a:r>
                <a:rPr lang="en-US" sz="2400" b="1">
                  <a:solidFill>
                    <a:schemeClr val="bg1"/>
                  </a:solidFill>
                  <a:latin typeface="Consolas" panose="020B0609020204030204" pitchFamily="49" charset="0"/>
                  <a:cs typeface="Consolas" panose="020B0609020204030204" pitchFamily="49" charset="0"/>
                </a:rPr>
                <a:t>Cell[1,2]</a:t>
              </a:r>
            </a:p>
          </p:txBody>
        </p:sp>
        <p:sp>
          <p:nvSpPr>
            <p:cNvPr id="14" name="Rectangle 13"/>
            <p:cNvSpPr>
              <a:spLocks noChangeArrowheads="1"/>
            </p:cNvSpPr>
            <p:nvPr/>
          </p:nvSpPr>
          <p:spPr bwMode="auto">
            <a:xfrm>
              <a:off x="2470" y="1987"/>
              <a:ext cx="1642" cy="288"/>
            </a:xfrm>
            <a:prstGeom prst="rect">
              <a:avLst/>
            </a:prstGeom>
            <a:solidFill>
              <a:srgbClr val="FFFF00"/>
            </a:solidFill>
            <a:ln w="25400" algn="ctr">
              <a:noFill/>
              <a:miter lim="800000"/>
              <a:headEnd type="none" w="lg" len="med"/>
              <a:tailEnd type="none" w="lg" len="med"/>
            </a:ln>
            <a:effectLst/>
          </p:spPr>
          <p:txBody>
            <a:bodyPr anchor="ctr"/>
            <a:lstStyle/>
            <a:p>
              <a:pPr algn="ctr">
                <a:lnSpc>
                  <a:spcPct val="100000"/>
                </a:lnSpc>
                <a:defRPr/>
              </a:pPr>
              <a:r>
                <a:rPr lang="en-US" sz="2400" b="1">
                  <a:solidFill>
                    <a:schemeClr val="bg1"/>
                  </a:solidFill>
                  <a:latin typeface="Consolas" panose="020B0609020204030204" pitchFamily="49" charset="0"/>
                  <a:cs typeface="Consolas" panose="020B0609020204030204" pitchFamily="49" charset="0"/>
                </a:rPr>
                <a:t>Cell[2,1]</a:t>
              </a:r>
            </a:p>
          </p:txBody>
        </p:sp>
        <p:sp>
          <p:nvSpPr>
            <p:cNvPr id="15" name="Rectangle 14"/>
            <p:cNvSpPr>
              <a:spLocks noChangeArrowheads="1"/>
            </p:cNvSpPr>
            <p:nvPr/>
          </p:nvSpPr>
          <p:spPr bwMode="auto">
            <a:xfrm>
              <a:off x="1649" y="1987"/>
              <a:ext cx="821" cy="288"/>
            </a:xfrm>
            <a:prstGeom prst="rect">
              <a:avLst/>
            </a:prstGeom>
            <a:solidFill>
              <a:srgbClr val="FFFF00"/>
            </a:solidFill>
            <a:ln w="25400" algn="ctr">
              <a:noFill/>
              <a:miter lim="800000"/>
              <a:headEnd type="none" w="lg" len="med"/>
              <a:tailEnd type="none" w="lg" len="med"/>
            </a:ln>
            <a:effectLst/>
          </p:spPr>
          <p:txBody>
            <a:bodyPr anchor="ctr"/>
            <a:lstStyle/>
            <a:p>
              <a:pPr algn="ctr">
                <a:lnSpc>
                  <a:spcPct val="100000"/>
                </a:lnSpc>
                <a:defRPr/>
              </a:pPr>
              <a:r>
                <a:rPr lang="en-US" sz="2400" b="1" dirty="0">
                  <a:solidFill>
                    <a:schemeClr val="bg1"/>
                  </a:solidFill>
                  <a:latin typeface="Consolas" panose="020B0609020204030204" pitchFamily="49" charset="0"/>
                  <a:cs typeface="Consolas" panose="020B0609020204030204" pitchFamily="49" charset="0"/>
                </a:rPr>
                <a:t>Cell[1,1]</a:t>
              </a:r>
            </a:p>
          </p:txBody>
        </p:sp>
        <p:sp>
          <p:nvSpPr>
            <p:cNvPr id="16" name="Line 14"/>
            <p:cNvSpPr>
              <a:spLocks noChangeShapeType="1"/>
            </p:cNvSpPr>
            <p:nvPr/>
          </p:nvSpPr>
          <p:spPr bwMode="auto">
            <a:xfrm>
              <a:off x="1649" y="1987"/>
              <a:ext cx="2463" cy="0"/>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effectLst>
                  <a:outerShdw blurRad="38100" dist="38100" dir="2700000" algn="tl">
                    <a:srgbClr val="000000">
                      <a:alpha val="43137"/>
                    </a:srgbClr>
                  </a:outerShdw>
                </a:effectLst>
              </a:endParaRPr>
            </a:p>
          </p:txBody>
        </p:sp>
        <p:sp>
          <p:nvSpPr>
            <p:cNvPr id="17" name="Line 15"/>
            <p:cNvSpPr>
              <a:spLocks noChangeShapeType="1"/>
            </p:cNvSpPr>
            <p:nvPr/>
          </p:nvSpPr>
          <p:spPr bwMode="auto">
            <a:xfrm>
              <a:off x="1649" y="2851"/>
              <a:ext cx="2463" cy="0"/>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effectLst>
                  <a:outerShdw blurRad="38100" dist="38100" dir="2700000" algn="tl">
                    <a:srgbClr val="000000">
                      <a:alpha val="43137"/>
                    </a:srgbClr>
                  </a:outerShdw>
                </a:effectLst>
              </a:endParaRPr>
            </a:p>
          </p:txBody>
        </p:sp>
        <p:sp>
          <p:nvSpPr>
            <p:cNvPr id="18" name="Line 16"/>
            <p:cNvSpPr>
              <a:spLocks noChangeShapeType="1"/>
            </p:cNvSpPr>
            <p:nvPr/>
          </p:nvSpPr>
          <p:spPr bwMode="auto">
            <a:xfrm>
              <a:off x="1649" y="1987"/>
              <a:ext cx="0" cy="864"/>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effectLst>
                  <a:outerShdw blurRad="38100" dist="38100" dir="2700000" algn="tl">
                    <a:srgbClr val="000000">
                      <a:alpha val="43137"/>
                    </a:srgbClr>
                  </a:outerShdw>
                </a:effectLst>
              </a:endParaRPr>
            </a:p>
          </p:txBody>
        </p:sp>
        <p:sp>
          <p:nvSpPr>
            <p:cNvPr id="19" name="Line 17"/>
            <p:cNvSpPr>
              <a:spLocks noChangeShapeType="1"/>
            </p:cNvSpPr>
            <p:nvPr/>
          </p:nvSpPr>
          <p:spPr bwMode="auto">
            <a:xfrm>
              <a:off x="4112" y="1987"/>
              <a:ext cx="0" cy="864"/>
            </a:xfrm>
            <a:prstGeom prst="line">
              <a:avLst/>
            </a:prstGeom>
            <a:noFill/>
            <a:ln w="25400" cap="rnd">
              <a:solidFill>
                <a:srgbClr val="000000"/>
              </a:solidFill>
              <a:round/>
              <a:headEnd type="none" w="lg" len="med"/>
              <a:tailEnd type="none" w="lg" len="med"/>
            </a:ln>
            <a:effectLst>
              <a:innerShdw blurRad="114300">
                <a:prstClr val="black"/>
              </a:innerShdw>
            </a:effectLst>
          </p:spPr>
          <p:txBody>
            <a:bodyPr anchor="ctr"/>
            <a:lstStyle/>
            <a:p>
              <a:pPr>
                <a:defRPr/>
              </a:pPr>
              <a:endParaRPr lang="en-US">
                <a:effectLst>
                  <a:outerShdw blurRad="38100" dist="38100" dir="2700000" algn="tl">
                    <a:srgbClr val="000000">
                      <a:alpha val="43137"/>
                    </a:srgbClr>
                  </a:outerShdw>
                </a:effectLst>
              </a:endParaRPr>
            </a:p>
          </p:txBody>
        </p:sp>
        <p:sp>
          <p:nvSpPr>
            <p:cNvPr id="20" name="Line 18"/>
            <p:cNvSpPr>
              <a:spLocks noChangeShapeType="1"/>
            </p:cNvSpPr>
            <p:nvPr/>
          </p:nvSpPr>
          <p:spPr bwMode="auto">
            <a:xfrm>
              <a:off x="1649" y="2275"/>
              <a:ext cx="2463" cy="0"/>
            </a:xfrm>
            <a:prstGeom prst="line">
              <a:avLst/>
            </a:prstGeom>
            <a:noFill/>
            <a:ln w="25400" cap="rnd">
              <a:solidFill>
                <a:srgbClr val="000000"/>
              </a:solidFill>
              <a:round/>
              <a:headEnd type="none" w="lg" len="med"/>
              <a:tailEnd type="none" w="lg" len="med"/>
            </a:ln>
            <a:effectLst/>
          </p:spPr>
          <p:txBody>
            <a:bodyPr anchor="ctr"/>
            <a:lstStyle/>
            <a:p>
              <a:pPr>
                <a:defRPr/>
              </a:pPr>
              <a:endParaRPr lang="en-US">
                <a:effectLst>
                  <a:outerShdw blurRad="38100" dist="38100" dir="2700000" algn="tl">
                    <a:srgbClr val="000000">
                      <a:alpha val="43137"/>
                    </a:srgbClr>
                  </a:outerShdw>
                </a:effectLst>
              </a:endParaRPr>
            </a:p>
          </p:txBody>
        </p:sp>
        <p:sp>
          <p:nvSpPr>
            <p:cNvPr id="21" name="Line 19"/>
            <p:cNvSpPr>
              <a:spLocks noChangeShapeType="1"/>
            </p:cNvSpPr>
            <p:nvPr/>
          </p:nvSpPr>
          <p:spPr bwMode="auto">
            <a:xfrm>
              <a:off x="2470" y="1987"/>
              <a:ext cx="0" cy="864"/>
            </a:xfrm>
            <a:prstGeom prst="line">
              <a:avLst/>
            </a:prstGeom>
            <a:noFill/>
            <a:ln w="25400" cap="rnd">
              <a:solidFill>
                <a:srgbClr val="000000"/>
              </a:solidFill>
              <a:round/>
              <a:headEnd type="none" w="lg" len="med"/>
              <a:tailEnd type="none" w="lg" len="med"/>
            </a:ln>
            <a:effectLst/>
          </p:spPr>
          <p:txBody>
            <a:bodyPr anchor="ctr"/>
            <a:lstStyle/>
            <a:p>
              <a:pPr>
                <a:defRPr/>
              </a:pPr>
              <a:endParaRPr lang="en-US">
                <a:effectLst>
                  <a:outerShdw blurRad="38100" dist="38100" dir="2700000" algn="tl">
                    <a:srgbClr val="000000">
                      <a:alpha val="43137"/>
                    </a:srgbClr>
                  </a:outerShdw>
                </a:effectLst>
              </a:endParaRPr>
            </a:p>
          </p:txBody>
        </p:sp>
        <p:sp>
          <p:nvSpPr>
            <p:cNvPr id="22" name="Line 20"/>
            <p:cNvSpPr>
              <a:spLocks noChangeShapeType="1"/>
            </p:cNvSpPr>
            <p:nvPr/>
          </p:nvSpPr>
          <p:spPr bwMode="auto">
            <a:xfrm>
              <a:off x="1649" y="2563"/>
              <a:ext cx="821" cy="0"/>
            </a:xfrm>
            <a:prstGeom prst="line">
              <a:avLst/>
            </a:prstGeom>
            <a:noFill/>
            <a:ln w="25400" cap="rnd">
              <a:solidFill>
                <a:srgbClr val="000000"/>
              </a:solidFill>
              <a:round/>
              <a:headEnd type="none" w="lg" len="med"/>
              <a:tailEnd type="none" w="lg" len="med"/>
            </a:ln>
            <a:effectLst/>
          </p:spPr>
          <p:txBody>
            <a:bodyPr anchor="ctr"/>
            <a:lstStyle/>
            <a:p>
              <a:pPr>
                <a:defRPr/>
              </a:pPr>
              <a:endParaRPr lang="en-US">
                <a:effectLst>
                  <a:outerShdw blurRad="38100" dist="38100" dir="2700000" algn="tl">
                    <a:srgbClr val="000000">
                      <a:alpha val="43137"/>
                    </a:srgbClr>
                  </a:outerShdw>
                </a:effectLst>
              </a:endParaRPr>
            </a:p>
          </p:txBody>
        </p:sp>
        <p:sp>
          <p:nvSpPr>
            <p:cNvPr id="23" name="Line 21"/>
            <p:cNvSpPr>
              <a:spLocks noChangeShapeType="1"/>
            </p:cNvSpPr>
            <p:nvPr/>
          </p:nvSpPr>
          <p:spPr bwMode="auto">
            <a:xfrm>
              <a:off x="3291" y="2275"/>
              <a:ext cx="0" cy="576"/>
            </a:xfrm>
            <a:prstGeom prst="line">
              <a:avLst/>
            </a:prstGeom>
            <a:noFill/>
            <a:ln w="25400" cap="rnd">
              <a:solidFill>
                <a:srgbClr val="000000"/>
              </a:solidFill>
              <a:round/>
              <a:headEnd type="none" w="lg" len="med"/>
              <a:tailEnd type="none" w="lg" len="med"/>
            </a:ln>
            <a:effectLst/>
          </p:spPr>
          <p:txBody>
            <a:bodyPr anchor="ctr"/>
            <a:lstStyle/>
            <a:p>
              <a:pPr>
                <a:defRPr/>
              </a:pPr>
              <a:endParaRPr lang="en-US">
                <a:effectLst>
                  <a:outerShdw blurRad="38100" dist="38100" dir="2700000" algn="tl">
                    <a:srgbClr val="000000">
                      <a:alpha val="43137"/>
                    </a:srgbClr>
                  </a:outerShdw>
                </a:effectLst>
              </a:endParaRPr>
            </a:p>
          </p:txBody>
        </p:sp>
        <p:sp>
          <p:nvSpPr>
            <p:cNvPr id="24" name="Line 22"/>
            <p:cNvSpPr>
              <a:spLocks noChangeShapeType="1"/>
            </p:cNvSpPr>
            <p:nvPr/>
          </p:nvSpPr>
          <p:spPr bwMode="auto">
            <a:xfrm>
              <a:off x="3291" y="2563"/>
              <a:ext cx="821" cy="0"/>
            </a:xfrm>
            <a:prstGeom prst="line">
              <a:avLst/>
            </a:prstGeom>
            <a:noFill/>
            <a:ln w="25400" cap="rnd">
              <a:solidFill>
                <a:srgbClr val="000000"/>
              </a:solidFill>
              <a:round/>
              <a:headEnd type="none" w="lg" len="med"/>
              <a:tailEnd type="none" w="lg" len="med"/>
            </a:ln>
            <a:effectLst/>
          </p:spPr>
          <p:txBody>
            <a:bodyPr anchor="ctr"/>
            <a:lstStyle/>
            <a:p>
              <a:pPr>
                <a:defRPr/>
              </a:pPr>
              <a:endParaRPr lang="en-US">
                <a:effectLst>
                  <a:outerShdw blurRad="38100" dist="38100" dir="2700000" algn="tl">
                    <a:srgbClr val="000000">
                      <a:alpha val="43137"/>
                    </a:srgbClr>
                  </a:outerShdw>
                </a:effectLst>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F67DBAA2-7823-9AF7-9CB4-5665889F24D2}"/>
              </a:ext>
            </a:extLst>
          </p:cNvPr>
          <p:cNvSpPr>
            <a:spLocks noGrp="1" noChangeArrowheads="1"/>
          </p:cNvSpPr>
          <p:nvPr>
            <p:ph type="title"/>
          </p:nvPr>
        </p:nvSpPr>
        <p:spPr/>
        <p:txBody>
          <a:bodyPr/>
          <a:lstStyle/>
          <a:p>
            <a:r>
              <a:rPr lang="en-US" altLang="en-US" b="1">
                <a:solidFill>
                  <a:schemeClr val="accent1"/>
                </a:solidFill>
              </a:rPr>
              <a:t>HTML Forms</a:t>
            </a:r>
          </a:p>
        </p:txBody>
      </p:sp>
      <p:sp>
        <p:nvSpPr>
          <p:cNvPr id="117763" name="Rectangle 3">
            <a:extLst>
              <a:ext uri="{FF2B5EF4-FFF2-40B4-BE49-F238E27FC236}">
                <a16:creationId xmlns:a16="http://schemas.microsoft.com/office/drawing/2014/main" id="{3CBC6242-D1BB-DF22-37CB-A0533EB97F2A}"/>
              </a:ext>
            </a:extLst>
          </p:cNvPr>
          <p:cNvSpPr>
            <a:spLocks noGrp="1" noChangeArrowheads="1"/>
          </p:cNvSpPr>
          <p:nvPr>
            <p:ph idx="1"/>
          </p:nvPr>
        </p:nvSpPr>
        <p:spPr>
          <a:xfrm>
            <a:off x="838200" y="1325563"/>
            <a:ext cx="10515600" cy="5395912"/>
          </a:xfrm>
        </p:spPr>
        <p:txBody>
          <a:bodyPr/>
          <a:lstStyle/>
          <a:p>
            <a:pPr>
              <a:spcBef>
                <a:spcPts val="1200"/>
              </a:spcBef>
            </a:pPr>
            <a:r>
              <a:rPr lang="en-US" altLang="en-US" dirty="0"/>
              <a:t>Forms are the primary method for gathering data from site visitors</a:t>
            </a:r>
          </a:p>
          <a:p>
            <a:pPr>
              <a:spcBef>
                <a:spcPts val="1200"/>
              </a:spcBef>
            </a:pPr>
            <a:r>
              <a:rPr lang="en-US" altLang="en-US" dirty="0"/>
              <a:t>Create a form block with</a:t>
            </a:r>
          </a:p>
          <a:p>
            <a:pPr>
              <a:spcBef>
                <a:spcPts val="1200"/>
              </a:spcBef>
              <a:buFont typeface="Wingdings" panose="05000000000000000000" pitchFamily="2" charset="2"/>
              <a:buChar char="v"/>
            </a:pPr>
            <a:endParaRPr lang="en-US" altLang="en-US" dirty="0"/>
          </a:p>
          <a:p>
            <a:pPr>
              <a:spcBef>
                <a:spcPts val="1200"/>
              </a:spcBef>
            </a:pPr>
            <a:endParaRPr lang="en-US" altLang="en-US" dirty="0"/>
          </a:p>
          <a:p>
            <a:pPr>
              <a:spcBef>
                <a:spcPts val="1200"/>
              </a:spcBef>
            </a:pPr>
            <a:r>
              <a:rPr lang="en-US" altLang="en-US" dirty="0"/>
              <a:t>Example:</a:t>
            </a:r>
          </a:p>
        </p:txBody>
      </p:sp>
      <p:sp>
        <p:nvSpPr>
          <p:cNvPr id="8" name="Slide Number Placeholder 3">
            <a:extLst>
              <a:ext uri="{FF2B5EF4-FFF2-40B4-BE49-F238E27FC236}">
                <a16:creationId xmlns:a16="http://schemas.microsoft.com/office/drawing/2014/main" id="{387D28C0-302C-7D46-FF84-DA1363BC231F}"/>
              </a:ext>
            </a:extLst>
          </p:cNvPr>
          <p:cNvSpPr>
            <a:spLocks noGrp="1"/>
          </p:cNvSpPr>
          <p:nvPr>
            <p:ph type="sldNum" sz="quarter" idx="12"/>
          </p:nvPr>
        </p:nvSpPr>
        <p:spPr/>
        <p:txBody>
          <a:bodyPr/>
          <a:lstStyle/>
          <a:p>
            <a:pPr>
              <a:defRPr/>
            </a:pPr>
            <a:fld id="{35D91A98-218E-4745-9422-2540891186AF}" type="slidenum">
              <a:rPr lang="en-US" smtClean="0"/>
              <a:pPr>
                <a:defRPr/>
              </a:pPr>
              <a:t>59</a:t>
            </a:fld>
            <a:endParaRPr lang="en-US" dirty="0"/>
          </a:p>
        </p:txBody>
      </p:sp>
      <p:sp>
        <p:nvSpPr>
          <p:cNvPr id="933892" name="Rectangle 4">
            <a:extLst>
              <a:ext uri="{FF2B5EF4-FFF2-40B4-BE49-F238E27FC236}">
                <a16:creationId xmlns:a16="http://schemas.microsoft.com/office/drawing/2014/main" id="{4E1A6BA7-A87F-C7A4-D13F-D5041E819182}"/>
              </a:ext>
            </a:extLst>
          </p:cNvPr>
          <p:cNvSpPr>
            <a:spLocks noChangeArrowheads="1"/>
          </p:cNvSpPr>
          <p:nvPr/>
        </p:nvSpPr>
        <p:spPr bwMode="auto">
          <a:xfrm>
            <a:off x="3233739" y="2997200"/>
            <a:ext cx="5616575" cy="400050"/>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&lt;form&gt;&lt;/form&gt;</a:t>
            </a:r>
          </a:p>
        </p:txBody>
      </p:sp>
      <p:sp>
        <p:nvSpPr>
          <p:cNvPr id="933893" name="Rectangle 5">
            <a:extLst>
              <a:ext uri="{FF2B5EF4-FFF2-40B4-BE49-F238E27FC236}">
                <a16:creationId xmlns:a16="http://schemas.microsoft.com/office/drawing/2014/main" id="{131535B1-3E9D-1134-409D-A30A9419E214}"/>
              </a:ext>
            </a:extLst>
          </p:cNvPr>
          <p:cNvSpPr>
            <a:spLocks noChangeArrowheads="1"/>
          </p:cNvSpPr>
          <p:nvPr/>
        </p:nvSpPr>
        <p:spPr bwMode="auto">
          <a:xfrm>
            <a:off x="3233739" y="4495801"/>
            <a:ext cx="5616575" cy="132397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&lt;form name="myForm" method="post" action="path/to/some-script.php"&gt;</a:t>
            </a:r>
          </a:p>
          <a:p>
            <a:pPr>
              <a:lnSpc>
                <a:spcPts val="2400"/>
              </a:lnSpc>
              <a:buClr>
                <a:schemeClr val="accent5">
                  <a:lumMod val="40000"/>
                  <a:lumOff val="60000"/>
                </a:schemeClr>
              </a:buClr>
              <a:buSzPct val="70000"/>
              <a:defRPr/>
            </a:pPr>
            <a:r>
              <a:rPr lang="en-US" sz="22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   ...</a:t>
            </a:r>
          </a:p>
          <a:p>
            <a:pPr>
              <a:lnSpc>
                <a:spcPts val="2400"/>
              </a:lnSpc>
              <a:buClr>
                <a:schemeClr val="accent5">
                  <a:lumMod val="40000"/>
                  <a:lumOff val="60000"/>
                </a:schemeClr>
              </a:buClr>
              <a:buSzPct val="70000"/>
              <a:defRPr/>
            </a:pPr>
            <a:r>
              <a:rPr lang="en-US" sz="22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&lt;/form&gt;</a:t>
            </a:r>
          </a:p>
        </p:txBody>
      </p:sp>
      <p:sp>
        <p:nvSpPr>
          <p:cNvPr id="933894" name="AutoShape 6">
            <a:extLst>
              <a:ext uri="{FF2B5EF4-FFF2-40B4-BE49-F238E27FC236}">
                <a16:creationId xmlns:a16="http://schemas.microsoft.com/office/drawing/2014/main" id="{C58FE508-9439-903F-97DE-F47393A59E22}"/>
              </a:ext>
            </a:extLst>
          </p:cNvPr>
          <p:cNvSpPr>
            <a:spLocks noChangeArrowheads="1"/>
          </p:cNvSpPr>
          <p:nvPr/>
        </p:nvSpPr>
        <p:spPr bwMode="auto">
          <a:xfrm>
            <a:off x="4495802" y="5773739"/>
            <a:ext cx="4713287" cy="936625"/>
          </a:xfrm>
          <a:prstGeom prst="wedgeRoundRectCallout">
            <a:avLst>
              <a:gd name="adj1" fmla="val -63991"/>
              <a:gd name="adj2" fmla="val -124378"/>
              <a:gd name="adj3" fmla="val 16667"/>
            </a:avLst>
          </a:prstGeom>
          <a:solidFill>
            <a:srgbClr val="9F8471"/>
          </a:solidFill>
          <a:ln w="6350">
            <a:solidFill>
              <a:schemeClr val="tx1">
                <a:lumMod val="20000"/>
                <a:lumOff val="80000"/>
              </a:schemeClr>
            </a:solidFill>
          </a:ln>
        </p:spPr>
        <p:txBody>
          <a:bodyPr>
            <a:spAutoFit/>
          </a:bodyPr>
          <a:lstStyle/>
          <a:p>
            <a:pPr algn="ctr">
              <a:lnSpc>
                <a:spcPts val="3000"/>
              </a:lnSpc>
              <a:buClr>
                <a:schemeClr val="accent5">
                  <a:lumMod val="40000"/>
                  <a:lumOff val="60000"/>
                </a:schemeClr>
              </a:buClr>
              <a:buSzPct val="70000"/>
              <a:defRPr/>
            </a:pPr>
            <a:r>
              <a:rPr lang="en-US" b="1" noProof="1">
                <a:solidFill>
                  <a:srgbClr val="F7FFE7"/>
                </a:solidFill>
                <a:effectLst>
                  <a:outerShdw blurRad="38100" dist="38100" dir="2700000" algn="tl">
                    <a:srgbClr val="000000">
                      <a:alpha val="43137"/>
                    </a:srgbClr>
                  </a:outerShdw>
                </a:effectLst>
                <a:cs typeface="Consolas" pitchFamily="49" charset="0"/>
              </a:rPr>
              <a:t>The "action" attribute tells where the form data should be sent</a:t>
            </a:r>
          </a:p>
        </p:txBody>
      </p:sp>
      <p:sp>
        <p:nvSpPr>
          <p:cNvPr id="933895" name="AutoShape 7">
            <a:extLst>
              <a:ext uri="{FF2B5EF4-FFF2-40B4-BE49-F238E27FC236}">
                <a16:creationId xmlns:a16="http://schemas.microsoft.com/office/drawing/2014/main" id="{7764C33B-BD32-B7A1-AD99-376C55769A0D}"/>
              </a:ext>
            </a:extLst>
          </p:cNvPr>
          <p:cNvSpPr>
            <a:spLocks noChangeArrowheads="1"/>
          </p:cNvSpPr>
          <p:nvPr/>
        </p:nvSpPr>
        <p:spPr bwMode="auto">
          <a:xfrm>
            <a:off x="6019801" y="3332163"/>
            <a:ext cx="4648200" cy="908050"/>
          </a:xfrm>
          <a:prstGeom prst="wedgeRoundRectCallout">
            <a:avLst>
              <a:gd name="adj1" fmla="val -37849"/>
              <a:gd name="adj2" fmla="val 77080"/>
              <a:gd name="adj3" fmla="val 16667"/>
            </a:avLst>
          </a:prstGeom>
          <a:solidFill>
            <a:srgbClr val="9F8471"/>
          </a:solidFill>
          <a:ln w="6350">
            <a:solidFill>
              <a:schemeClr val="tx1">
                <a:lumMod val="20000"/>
                <a:lumOff val="80000"/>
              </a:schemeClr>
            </a:solidFill>
          </a:ln>
        </p:spPr>
        <p:txBody>
          <a:bodyPr>
            <a:spAutoFit/>
          </a:bodyPr>
          <a:lstStyle/>
          <a:p>
            <a:pPr algn="ctr">
              <a:lnSpc>
                <a:spcPts val="3000"/>
              </a:lnSpc>
              <a:buClr>
                <a:schemeClr val="accent5">
                  <a:lumMod val="40000"/>
                  <a:lumOff val="60000"/>
                </a:schemeClr>
              </a:buClr>
              <a:buSzPct val="70000"/>
              <a:defRPr/>
            </a:pPr>
            <a:r>
              <a:rPr lang="en-US" sz="1600" b="1" noProof="1">
                <a:solidFill>
                  <a:srgbClr val="F7FFE7"/>
                </a:solidFill>
                <a:effectLst>
                  <a:outerShdw blurRad="38100" dist="38100" dir="2700000" algn="tl">
                    <a:srgbClr val="000000">
                      <a:alpha val="43137"/>
                    </a:srgbClr>
                  </a:outerShdw>
                </a:effectLst>
                <a:cs typeface="Consolas" pitchFamily="49" charset="0"/>
              </a:rPr>
              <a:t>The “method" attribute tells how the form data should be sent – via GET or POST request</a:t>
            </a:r>
          </a:p>
        </p:txBody>
      </p:sp>
      <p:cxnSp>
        <p:nvCxnSpPr>
          <p:cNvPr id="9" name="Straight Connector 8">
            <a:extLst>
              <a:ext uri="{FF2B5EF4-FFF2-40B4-BE49-F238E27FC236}">
                <a16:creationId xmlns:a16="http://schemas.microsoft.com/office/drawing/2014/main" id="{EF370D88-199B-3D18-3DBF-82729F5874EA}"/>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338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338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4" grpId="0" animBg="1"/>
      <p:bldP spid="93389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5A711E7D-D53D-12BE-54A9-D21BB531D470}"/>
              </a:ext>
            </a:extLst>
          </p:cNvPr>
          <p:cNvSpPr>
            <a:spLocks noGrp="1" noChangeArrowheads="1"/>
          </p:cNvSpPr>
          <p:nvPr>
            <p:ph type="title"/>
          </p:nvPr>
        </p:nvSpPr>
        <p:spPr/>
        <p:txBody>
          <a:bodyPr/>
          <a:lstStyle/>
          <a:p>
            <a:r>
              <a:rPr lang="en-US" altLang="en-US" b="1">
                <a:solidFill>
                  <a:schemeClr val="accent1"/>
                </a:solidFill>
              </a:rPr>
              <a:t>HTML Forms</a:t>
            </a:r>
          </a:p>
        </p:txBody>
      </p:sp>
      <p:sp>
        <p:nvSpPr>
          <p:cNvPr id="120835" name="Rectangle 3">
            <a:extLst>
              <a:ext uri="{FF2B5EF4-FFF2-40B4-BE49-F238E27FC236}">
                <a16:creationId xmlns:a16="http://schemas.microsoft.com/office/drawing/2014/main" id="{1C5DCF32-C415-FE65-B1A2-1EE8913DF75F}"/>
              </a:ext>
            </a:extLst>
          </p:cNvPr>
          <p:cNvSpPr>
            <a:spLocks noGrp="1" noChangeArrowheads="1"/>
          </p:cNvSpPr>
          <p:nvPr>
            <p:ph idx="1"/>
          </p:nvPr>
        </p:nvSpPr>
        <p:spPr>
          <a:xfrm>
            <a:off x="838200" y="1557339"/>
            <a:ext cx="10515600" cy="5164137"/>
          </a:xfrm>
        </p:spPr>
        <p:txBody>
          <a:bodyPr/>
          <a:lstStyle/>
          <a:p>
            <a:pPr>
              <a:defRPr/>
            </a:pPr>
            <a:r>
              <a:rPr lang="en-US" sz="2400" dirty="0">
                <a:solidFill>
                  <a:srgbClr val="666666"/>
                </a:solidFill>
              </a:rPr>
              <a:t>There are several types of form controls that you can use to collect information from visitors to your site.</a:t>
            </a:r>
          </a:p>
          <a:p>
            <a:pPr>
              <a:defRPr/>
            </a:pPr>
            <a:r>
              <a:rPr lang="en-US" sz="2400" b="1" dirty="0">
                <a:solidFill>
                  <a:srgbClr val="F34026"/>
                </a:solidFill>
                <a:latin typeface="Gotham-Book"/>
              </a:rPr>
              <a:t>ADDING TEXT:</a:t>
            </a:r>
            <a:endParaRPr lang="en-US" sz="2400" b="1" dirty="0">
              <a:solidFill>
                <a:srgbClr val="666666"/>
              </a:solidFill>
              <a:latin typeface="Gotham-Book"/>
            </a:endParaRPr>
          </a:p>
          <a:p>
            <a:pPr>
              <a:defRPr/>
            </a:pPr>
            <a:r>
              <a:rPr lang="en-US" sz="1800" b="1" dirty="0">
                <a:solidFill>
                  <a:schemeClr val="accent1"/>
                </a:solidFill>
              </a:rPr>
              <a:t>Text input (single-line):Used for a single line of text such as email addresses and names.</a:t>
            </a:r>
          </a:p>
          <a:p>
            <a:pPr marL="0" indent="0">
              <a:buNone/>
              <a:defRPr/>
            </a:pPr>
            <a:endParaRPr lang="en-US" altLang="en-US" sz="1800" dirty="0">
              <a:solidFill>
                <a:srgbClr val="000000"/>
              </a:solidFill>
              <a:latin typeface="WhitneyHTF-Book"/>
            </a:endParaRPr>
          </a:p>
          <a:p>
            <a:pPr marL="0" indent="0">
              <a:buNone/>
              <a:defRPr/>
            </a:pPr>
            <a:endParaRPr lang="en-US" altLang="en-US" sz="1800" dirty="0">
              <a:solidFill>
                <a:srgbClr val="000000"/>
              </a:solidFill>
              <a:latin typeface="WhitneyHTF-Book"/>
            </a:endParaRPr>
          </a:p>
          <a:p>
            <a:pPr>
              <a:defRPr/>
            </a:pPr>
            <a:r>
              <a:rPr lang="en-US" sz="1800" b="1" dirty="0">
                <a:solidFill>
                  <a:schemeClr val="accent1"/>
                </a:solidFill>
              </a:rPr>
              <a:t>Password input: Like a single line text box but it masks the characters entered.</a:t>
            </a:r>
          </a:p>
          <a:p>
            <a:pPr>
              <a:defRPr/>
            </a:pPr>
            <a:endParaRPr lang="en-US" altLang="en-US" sz="1800" dirty="0">
              <a:solidFill>
                <a:srgbClr val="000000"/>
              </a:solidFill>
              <a:latin typeface="WhitneyHTF-Book"/>
            </a:endParaRPr>
          </a:p>
          <a:p>
            <a:pPr>
              <a:defRPr/>
            </a:pPr>
            <a:endParaRPr lang="en-US" altLang="en-US" sz="1800" dirty="0">
              <a:solidFill>
                <a:srgbClr val="000000"/>
              </a:solidFill>
              <a:latin typeface="WhitneyHTF-Book"/>
            </a:endParaRPr>
          </a:p>
          <a:p>
            <a:pPr>
              <a:defRPr/>
            </a:pPr>
            <a:r>
              <a:rPr lang="en-US" sz="1800" b="1" dirty="0">
                <a:solidFill>
                  <a:schemeClr val="accent1"/>
                </a:solidFill>
              </a:rPr>
              <a:t>Text area (multi-line): For longer areas of text, such as messages and comments</a:t>
            </a:r>
            <a:endParaRPr lang="en-US" altLang="en-US" sz="2400" b="1" dirty="0">
              <a:solidFill>
                <a:schemeClr val="accent1"/>
              </a:solidFill>
            </a:endParaRPr>
          </a:p>
        </p:txBody>
      </p:sp>
      <p:sp>
        <p:nvSpPr>
          <p:cNvPr id="8" name="Slide Number Placeholder 3">
            <a:extLst>
              <a:ext uri="{FF2B5EF4-FFF2-40B4-BE49-F238E27FC236}">
                <a16:creationId xmlns:a16="http://schemas.microsoft.com/office/drawing/2014/main" id="{95C06BF6-8049-4711-E8EA-90ED0905679A}"/>
              </a:ext>
            </a:extLst>
          </p:cNvPr>
          <p:cNvSpPr>
            <a:spLocks noGrp="1"/>
          </p:cNvSpPr>
          <p:nvPr>
            <p:ph type="sldNum" sz="quarter" idx="12"/>
          </p:nvPr>
        </p:nvSpPr>
        <p:spPr/>
        <p:txBody>
          <a:bodyPr/>
          <a:lstStyle/>
          <a:p>
            <a:pPr>
              <a:defRPr/>
            </a:pPr>
            <a:fld id="{9E9A2A49-615A-416C-8BAD-093DE2640F6D}" type="slidenum">
              <a:rPr lang="en-US" smtClean="0"/>
              <a:pPr>
                <a:defRPr/>
              </a:pPr>
              <a:t>60</a:t>
            </a:fld>
            <a:endParaRPr lang="en-US" dirty="0"/>
          </a:p>
        </p:txBody>
      </p:sp>
      <p:cxnSp>
        <p:nvCxnSpPr>
          <p:cNvPr id="9" name="Straight Connector 8">
            <a:extLst>
              <a:ext uri="{FF2B5EF4-FFF2-40B4-BE49-F238E27FC236}">
                <a16:creationId xmlns:a16="http://schemas.microsoft.com/office/drawing/2014/main" id="{6BBB5144-22E2-963F-3836-5CA0D70DF879}"/>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119814" name="Picture 2">
            <a:extLst>
              <a:ext uri="{FF2B5EF4-FFF2-40B4-BE49-F238E27FC236}">
                <a16:creationId xmlns:a16="http://schemas.microsoft.com/office/drawing/2014/main" id="{DC3C22AC-EEA0-4A98-F30C-E48070D4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692" b="2"/>
          <a:stretch>
            <a:fillRect/>
          </a:stretch>
        </p:blipFill>
        <p:spPr bwMode="auto">
          <a:xfrm>
            <a:off x="3648076" y="3154363"/>
            <a:ext cx="142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5" name="Picture 4">
            <a:extLst>
              <a:ext uri="{FF2B5EF4-FFF2-40B4-BE49-F238E27FC236}">
                <a16:creationId xmlns:a16="http://schemas.microsoft.com/office/drawing/2014/main" id="{FC6951A6-1C80-AC0C-7B85-3E32C61766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7238" y="4473575"/>
            <a:ext cx="135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6" name="Picture 6">
            <a:extLst>
              <a:ext uri="{FF2B5EF4-FFF2-40B4-BE49-F238E27FC236}">
                <a16:creationId xmlns:a16="http://schemas.microsoft.com/office/drawing/2014/main" id="{7AD25DF4-6459-49C9-31D3-6A50CC3B52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5715000"/>
            <a:ext cx="4070351"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8B77168F-BEE3-829C-B8FD-61C0ED67FF4F}"/>
              </a:ext>
            </a:extLst>
          </p:cNvPr>
          <p:cNvSpPr>
            <a:spLocks noGrp="1" noChangeArrowheads="1"/>
          </p:cNvSpPr>
          <p:nvPr>
            <p:ph type="title"/>
          </p:nvPr>
        </p:nvSpPr>
        <p:spPr/>
        <p:txBody>
          <a:bodyPr/>
          <a:lstStyle/>
          <a:p>
            <a:r>
              <a:rPr lang="en-US" altLang="en-US" b="1">
                <a:solidFill>
                  <a:schemeClr val="accent1"/>
                </a:solidFill>
              </a:rPr>
              <a:t>HTML Forms</a:t>
            </a:r>
          </a:p>
        </p:txBody>
      </p:sp>
      <p:sp>
        <p:nvSpPr>
          <p:cNvPr id="121859" name="Rectangle 3">
            <a:extLst>
              <a:ext uri="{FF2B5EF4-FFF2-40B4-BE49-F238E27FC236}">
                <a16:creationId xmlns:a16="http://schemas.microsoft.com/office/drawing/2014/main" id="{43995965-5251-3727-232A-392D2A9AC044}"/>
              </a:ext>
            </a:extLst>
          </p:cNvPr>
          <p:cNvSpPr>
            <a:spLocks noGrp="1" noChangeArrowheads="1"/>
          </p:cNvSpPr>
          <p:nvPr>
            <p:ph idx="1"/>
          </p:nvPr>
        </p:nvSpPr>
        <p:spPr>
          <a:xfrm>
            <a:off x="838200" y="1433514"/>
            <a:ext cx="10515600" cy="5164137"/>
          </a:xfrm>
        </p:spPr>
        <p:txBody>
          <a:bodyPr>
            <a:normAutofit/>
          </a:bodyPr>
          <a:lstStyle/>
          <a:p>
            <a:r>
              <a:rPr lang="en-US" altLang="en-US" sz="2600" dirty="0">
                <a:solidFill>
                  <a:srgbClr val="000000"/>
                </a:solidFill>
              </a:rPr>
              <a:t>With the </a:t>
            </a:r>
            <a:r>
              <a:rPr lang="en-US" altLang="en-US" sz="2600" b="1" dirty="0">
                <a:solidFill>
                  <a:srgbClr val="000000"/>
                </a:solidFill>
              </a:rPr>
              <a:t>get </a:t>
            </a:r>
            <a:r>
              <a:rPr lang="en-US" altLang="en-US" sz="2600" dirty="0">
                <a:solidFill>
                  <a:srgbClr val="000000"/>
                </a:solidFill>
              </a:rPr>
              <a:t>method, the values from the form are added to the end of the URL specified in the </a:t>
            </a:r>
            <a:r>
              <a:rPr lang="en-US" altLang="en-US" sz="2600" b="1" dirty="0">
                <a:solidFill>
                  <a:srgbClr val="000000"/>
                </a:solidFill>
              </a:rPr>
              <a:t>action </a:t>
            </a:r>
            <a:r>
              <a:rPr lang="en-US" altLang="en-US" sz="2600" dirty="0">
                <a:solidFill>
                  <a:srgbClr val="000000"/>
                </a:solidFill>
              </a:rPr>
              <a:t>attribute. The </a:t>
            </a:r>
            <a:r>
              <a:rPr lang="en-US" altLang="en-US" sz="2600" b="1" dirty="0">
                <a:solidFill>
                  <a:srgbClr val="000000"/>
                </a:solidFill>
              </a:rPr>
              <a:t>get </a:t>
            </a:r>
            <a:r>
              <a:rPr lang="en-US" altLang="en-US" sz="2600" dirty="0">
                <a:solidFill>
                  <a:srgbClr val="000000"/>
                </a:solidFill>
              </a:rPr>
              <a:t>method is ideal for:</a:t>
            </a:r>
          </a:p>
          <a:p>
            <a:pPr lvl="1"/>
            <a:r>
              <a:rPr lang="en-US" altLang="en-US" sz="2600" dirty="0">
                <a:solidFill>
                  <a:srgbClr val="000000"/>
                </a:solidFill>
              </a:rPr>
              <a:t>short forms (such as search boxes)</a:t>
            </a:r>
          </a:p>
          <a:p>
            <a:pPr lvl="1"/>
            <a:r>
              <a:rPr lang="en-US" altLang="en-US" sz="2600" dirty="0">
                <a:solidFill>
                  <a:srgbClr val="000000"/>
                </a:solidFill>
              </a:rPr>
              <a:t>when you are just retrieving data from the web server (not sending information that should be added to or deleted from a database)</a:t>
            </a:r>
          </a:p>
          <a:p>
            <a:r>
              <a:rPr lang="en-US" altLang="en-US" sz="2600" dirty="0">
                <a:solidFill>
                  <a:srgbClr val="000000"/>
                </a:solidFill>
              </a:rPr>
              <a:t>With the </a:t>
            </a:r>
            <a:r>
              <a:rPr lang="en-US" altLang="en-US" sz="2600" b="1" dirty="0">
                <a:solidFill>
                  <a:srgbClr val="000000"/>
                </a:solidFill>
              </a:rPr>
              <a:t>post </a:t>
            </a:r>
            <a:r>
              <a:rPr lang="en-US" altLang="en-US" sz="2600" dirty="0">
                <a:solidFill>
                  <a:srgbClr val="000000"/>
                </a:solidFill>
              </a:rPr>
              <a:t>method the values are sent in what are known as HTTP headers. As a rule of thumb you should use the </a:t>
            </a:r>
            <a:r>
              <a:rPr lang="en-US" altLang="en-US" sz="2600" b="1" dirty="0">
                <a:solidFill>
                  <a:srgbClr val="000000"/>
                </a:solidFill>
              </a:rPr>
              <a:t>post </a:t>
            </a:r>
            <a:r>
              <a:rPr lang="en-US" altLang="en-US" sz="2600" dirty="0">
                <a:solidFill>
                  <a:srgbClr val="000000"/>
                </a:solidFill>
              </a:rPr>
              <a:t>method if your form:</a:t>
            </a:r>
          </a:p>
          <a:p>
            <a:pPr lvl="1"/>
            <a:r>
              <a:rPr lang="en-US" altLang="en-US" sz="2600" dirty="0">
                <a:solidFill>
                  <a:srgbClr val="000000"/>
                </a:solidFill>
              </a:rPr>
              <a:t>allows users to upload a file</a:t>
            </a:r>
          </a:p>
          <a:p>
            <a:pPr lvl="1"/>
            <a:r>
              <a:rPr lang="en-US" altLang="en-US" sz="2600" dirty="0">
                <a:solidFill>
                  <a:srgbClr val="000000"/>
                </a:solidFill>
              </a:rPr>
              <a:t>is very long</a:t>
            </a:r>
          </a:p>
          <a:p>
            <a:pPr lvl="1"/>
            <a:r>
              <a:rPr lang="en-US" altLang="en-US" sz="2600" dirty="0">
                <a:solidFill>
                  <a:srgbClr val="000000"/>
                </a:solidFill>
              </a:rPr>
              <a:t>contains sensitive data (e.g. passwords)</a:t>
            </a:r>
          </a:p>
          <a:p>
            <a:pPr lvl="1"/>
            <a:r>
              <a:rPr lang="en-US" altLang="en-US" sz="2600" dirty="0">
                <a:solidFill>
                  <a:srgbClr val="000000"/>
                </a:solidFill>
              </a:rPr>
              <a:t>adds information to, or deletes information from the database </a:t>
            </a:r>
            <a:endParaRPr lang="en-US" altLang="en-US" sz="2600" dirty="0"/>
          </a:p>
        </p:txBody>
      </p:sp>
      <p:sp>
        <p:nvSpPr>
          <p:cNvPr id="8" name="Slide Number Placeholder 3">
            <a:extLst>
              <a:ext uri="{FF2B5EF4-FFF2-40B4-BE49-F238E27FC236}">
                <a16:creationId xmlns:a16="http://schemas.microsoft.com/office/drawing/2014/main" id="{7247BBFD-BCE7-2DD6-055B-E327F5A82F10}"/>
              </a:ext>
            </a:extLst>
          </p:cNvPr>
          <p:cNvSpPr>
            <a:spLocks noGrp="1"/>
          </p:cNvSpPr>
          <p:nvPr>
            <p:ph type="sldNum" sz="quarter" idx="12"/>
          </p:nvPr>
        </p:nvSpPr>
        <p:spPr/>
        <p:txBody>
          <a:bodyPr/>
          <a:lstStyle/>
          <a:p>
            <a:pPr>
              <a:defRPr/>
            </a:pPr>
            <a:fld id="{3DE5B0E8-B078-4761-A806-319D363ECB37}" type="slidenum">
              <a:rPr lang="en-US" smtClean="0"/>
              <a:pPr>
                <a:defRPr/>
              </a:pPr>
              <a:t>61</a:t>
            </a:fld>
            <a:endParaRPr lang="en-US" dirty="0"/>
          </a:p>
        </p:txBody>
      </p:sp>
      <p:cxnSp>
        <p:nvCxnSpPr>
          <p:cNvPr id="9" name="Straight Connector 8">
            <a:extLst>
              <a:ext uri="{FF2B5EF4-FFF2-40B4-BE49-F238E27FC236}">
                <a16:creationId xmlns:a16="http://schemas.microsoft.com/office/drawing/2014/main" id="{0C078D6F-C6AC-C914-04AD-9EA1149E69AF}"/>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DD5BE5F7-33E5-D43D-D066-4350C81B6285}"/>
              </a:ext>
            </a:extLst>
          </p:cNvPr>
          <p:cNvSpPr>
            <a:spLocks noGrp="1" noChangeArrowheads="1"/>
          </p:cNvSpPr>
          <p:nvPr>
            <p:ph type="title"/>
          </p:nvPr>
        </p:nvSpPr>
        <p:spPr/>
        <p:txBody>
          <a:bodyPr/>
          <a:lstStyle/>
          <a:p>
            <a:r>
              <a:rPr lang="en-US" altLang="en-US" b="1">
                <a:solidFill>
                  <a:schemeClr val="accent1"/>
                </a:solidFill>
              </a:rPr>
              <a:t>HTML Forms</a:t>
            </a:r>
          </a:p>
        </p:txBody>
      </p:sp>
      <p:sp>
        <p:nvSpPr>
          <p:cNvPr id="123907" name="Rectangle 3">
            <a:extLst>
              <a:ext uri="{FF2B5EF4-FFF2-40B4-BE49-F238E27FC236}">
                <a16:creationId xmlns:a16="http://schemas.microsoft.com/office/drawing/2014/main" id="{0BEEA897-F14A-7D46-FB72-B3A61626A31A}"/>
              </a:ext>
            </a:extLst>
          </p:cNvPr>
          <p:cNvSpPr>
            <a:spLocks noGrp="1" noChangeArrowheads="1"/>
          </p:cNvSpPr>
          <p:nvPr>
            <p:ph idx="1"/>
          </p:nvPr>
        </p:nvSpPr>
        <p:spPr>
          <a:xfrm>
            <a:off x="533400" y="1398879"/>
            <a:ext cx="10972800" cy="4957471"/>
          </a:xfrm>
        </p:spPr>
        <p:txBody>
          <a:bodyPr>
            <a:normAutofit fontScale="92500" lnSpcReduction="10000"/>
          </a:bodyPr>
          <a:lstStyle/>
          <a:p>
            <a:r>
              <a:rPr lang="en-US" altLang="en-US" b="1" dirty="0">
                <a:solidFill>
                  <a:schemeClr val="accent1"/>
                </a:solidFill>
              </a:rPr>
              <a:t>&lt;input&gt;</a:t>
            </a:r>
          </a:p>
          <a:p>
            <a:r>
              <a:rPr lang="en-US" altLang="en-US" dirty="0">
                <a:solidFill>
                  <a:srgbClr val="000000"/>
                </a:solidFill>
              </a:rPr>
              <a:t>The </a:t>
            </a:r>
            <a:r>
              <a:rPr lang="en-US" altLang="en-US" b="1" dirty="0">
                <a:solidFill>
                  <a:schemeClr val="accent1"/>
                </a:solidFill>
              </a:rPr>
              <a:t>&lt;input&gt; </a:t>
            </a:r>
            <a:r>
              <a:rPr lang="en-US" altLang="en-US" dirty="0">
                <a:solidFill>
                  <a:srgbClr val="000000"/>
                </a:solidFill>
              </a:rPr>
              <a:t>element is used to create several different form controls. The value of the </a:t>
            </a:r>
            <a:r>
              <a:rPr lang="en-US" altLang="en-US" b="1" dirty="0">
                <a:solidFill>
                  <a:schemeClr val="accent1"/>
                </a:solidFill>
              </a:rPr>
              <a:t>type</a:t>
            </a:r>
            <a:r>
              <a:rPr lang="en-US" altLang="en-US" b="1" dirty="0">
                <a:solidFill>
                  <a:srgbClr val="000000"/>
                </a:solidFill>
              </a:rPr>
              <a:t> </a:t>
            </a:r>
            <a:r>
              <a:rPr lang="en-US" altLang="en-US" dirty="0">
                <a:solidFill>
                  <a:srgbClr val="000000"/>
                </a:solidFill>
              </a:rPr>
              <a:t>attribute determines what kind of input they will be creating</a:t>
            </a:r>
          </a:p>
          <a:p>
            <a:r>
              <a:rPr lang="en-US" altLang="en-US" b="1" dirty="0">
                <a:solidFill>
                  <a:schemeClr val="accent1"/>
                </a:solidFill>
              </a:rPr>
              <a:t>type="text"</a:t>
            </a:r>
          </a:p>
          <a:p>
            <a:pPr lvl="1"/>
            <a:r>
              <a:rPr lang="en-US" altLang="en-US" sz="2600" dirty="0">
                <a:solidFill>
                  <a:srgbClr val="000000"/>
                </a:solidFill>
              </a:rPr>
              <a:t>When the </a:t>
            </a:r>
            <a:r>
              <a:rPr lang="en-US" altLang="en-US" sz="2600" b="1" dirty="0">
                <a:solidFill>
                  <a:schemeClr val="accent1"/>
                </a:solidFill>
              </a:rPr>
              <a:t>type</a:t>
            </a:r>
            <a:r>
              <a:rPr lang="en-US" altLang="en-US" sz="2600" b="1" dirty="0">
                <a:solidFill>
                  <a:srgbClr val="000000"/>
                </a:solidFill>
              </a:rPr>
              <a:t> </a:t>
            </a:r>
            <a:r>
              <a:rPr lang="en-US" altLang="en-US" sz="2600" dirty="0">
                <a:solidFill>
                  <a:srgbClr val="000000"/>
                </a:solidFill>
              </a:rPr>
              <a:t>attribute has a value of </a:t>
            </a:r>
            <a:r>
              <a:rPr lang="en-US" altLang="en-US" sz="2600" b="1" dirty="0">
                <a:solidFill>
                  <a:schemeClr val="accent1"/>
                </a:solidFill>
              </a:rPr>
              <a:t>text</a:t>
            </a:r>
            <a:r>
              <a:rPr lang="en-US" altLang="en-US" sz="2600" dirty="0">
                <a:solidFill>
                  <a:srgbClr val="000000"/>
                </a:solidFill>
              </a:rPr>
              <a:t>, it creates a single line text input. </a:t>
            </a:r>
          </a:p>
          <a:p>
            <a:r>
              <a:rPr lang="en-US" altLang="en-US" b="1" dirty="0">
                <a:solidFill>
                  <a:schemeClr val="accent1"/>
                </a:solidFill>
              </a:rPr>
              <a:t>name</a:t>
            </a:r>
          </a:p>
          <a:p>
            <a:r>
              <a:rPr lang="en-US" altLang="en-US" dirty="0">
                <a:solidFill>
                  <a:srgbClr val="000000"/>
                </a:solidFill>
              </a:rPr>
              <a:t>When users enter information into a form, the server needs to know which form control each piece of data was entered into. (For example, in a login form, the server needs to know what has been entered as the username and what has been given as the password). Therefore, each form control requires a </a:t>
            </a:r>
            <a:r>
              <a:rPr lang="en-US" altLang="en-US" b="1" dirty="0">
                <a:solidFill>
                  <a:srgbClr val="000000"/>
                </a:solidFill>
              </a:rPr>
              <a:t>name </a:t>
            </a:r>
            <a:r>
              <a:rPr lang="en-US" altLang="en-US" dirty="0">
                <a:solidFill>
                  <a:srgbClr val="000000"/>
                </a:solidFill>
              </a:rPr>
              <a:t>attribute. The value of this attribute identifies the form control and is sent along with the information they enter to the server.</a:t>
            </a:r>
            <a:endParaRPr lang="en-US" altLang="en-US" dirty="0"/>
          </a:p>
        </p:txBody>
      </p:sp>
      <p:sp>
        <p:nvSpPr>
          <p:cNvPr id="8" name="Slide Number Placeholder 3">
            <a:extLst>
              <a:ext uri="{FF2B5EF4-FFF2-40B4-BE49-F238E27FC236}">
                <a16:creationId xmlns:a16="http://schemas.microsoft.com/office/drawing/2014/main" id="{90577E2E-3E67-06C6-54B1-037927D8B79C}"/>
              </a:ext>
            </a:extLst>
          </p:cNvPr>
          <p:cNvSpPr>
            <a:spLocks noGrp="1"/>
          </p:cNvSpPr>
          <p:nvPr>
            <p:ph type="sldNum" sz="quarter" idx="12"/>
          </p:nvPr>
        </p:nvSpPr>
        <p:spPr/>
        <p:txBody>
          <a:bodyPr/>
          <a:lstStyle/>
          <a:p>
            <a:pPr>
              <a:defRPr/>
            </a:pPr>
            <a:fld id="{ED2EF99C-8BCE-4B49-A642-A9F5DEC7A719}" type="slidenum">
              <a:rPr lang="en-US" smtClean="0"/>
              <a:pPr>
                <a:defRPr/>
              </a:pPr>
              <a:t>62</a:t>
            </a:fld>
            <a:endParaRPr lang="en-US" dirty="0"/>
          </a:p>
        </p:txBody>
      </p:sp>
      <p:cxnSp>
        <p:nvCxnSpPr>
          <p:cNvPr id="9" name="Straight Connector 8">
            <a:extLst>
              <a:ext uri="{FF2B5EF4-FFF2-40B4-BE49-F238E27FC236}">
                <a16:creationId xmlns:a16="http://schemas.microsoft.com/office/drawing/2014/main" id="{6523B554-BF36-EC03-037D-CB1C821BEB2A}"/>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a:extLst>
              <a:ext uri="{FF2B5EF4-FFF2-40B4-BE49-F238E27FC236}">
                <a16:creationId xmlns:a16="http://schemas.microsoft.com/office/drawing/2014/main" id="{564F6D39-E6B2-DD46-7105-EE12FAC33087}"/>
              </a:ext>
            </a:extLst>
          </p:cNvPr>
          <p:cNvSpPr>
            <a:spLocks noGrp="1" noChangeArrowheads="1"/>
          </p:cNvSpPr>
          <p:nvPr>
            <p:ph type="title"/>
          </p:nvPr>
        </p:nvSpPr>
        <p:spPr>
          <a:xfrm>
            <a:off x="1919289" y="134938"/>
            <a:ext cx="8359775" cy="1325562"/>
          </a:xfrm>
        </p:spPr>
        <p:txBody>
          <a:bodyPr/>
          <a:lstStyle/>
          <a:p>
            <a:pPr>
              <a:defRPr/>
            </a:pPr>
            <a:r>
              <a:rPr lang="en-US" b="1" dirty="0">
                <a:solidFill>
                  <a:schemeClr val="accent1"/>
                </a:solidFill>
                <a:latin typeface="+mn-lt"/>
              </a:rPr>
              <a:t>Form Fields</a:t>
            </a:r>
          </a:p>
        </p:txBody>
      </p:sp>
      <p:sp>
        <p:nvSpPr>
          <p:cNvPr id="935939" name="Rectangle 3">
            <a:extLst>
              <a:ext uri="{FF2B5EF4-FFF2-40B4-BE49-F238E27FC236}">
                <a16:creationId xmlns:a16="http://schemas.microsoft.com/office/drawing/2014/main" id="{A58C27CB-E4FD-5C09-D2D0-EF89C6DD6D6C}"/>
              </a:ext>
            </a:extLst>
          </p:cNvPr>
          <p:cNvSpPr>
            <a:spLocks noGrp="1" noChangeArrowheads="1"/>
          </p:cNvSpPr>
          <p:nvPr>
            <p:ph idx="1"/>
          </p:nvPr>
        </p:nvSpPr>
        <p:spPr>
          <a:xfrm>
            <a:off x="838200" y="1366839"/>
            <a:ext cx="10515599" cy="5354637"/>
          </a:xfrm>
        </p:spPr>
        <p:txBody>
          <a:bodyPr>
            <a:noAutofit/>
          </a:bodyPr>
          <a:lstStyle/>
          <a:p>
            <a:pPr>
              <a:defRPr/>
            </a:pPr>
            <a:r>
              <a:rPr lang="en-US" dirty="0"/>
              <a:t>Single-line text input fields:</a:t>
            </a:r>
          </a:p>
          <a:p>
            <a:pPr marL="0" indent="0">
              <a:buNone/>
              <a:defRPr/>
            </a:pPr>
            <a:endParaRPr lang="en-US" dirty="0"/>
          </a:p>
          <a:p>
            <a:pPr marL="0" indent="0">
              <a:buNone/>
              <a:defRPr/>
            </a:pPr>
            <a:endParaRPr lang="en-US" dirty="0">
              <a:solidFill>
                <a:srgbClr val="426790"/>
              </a:solidFill>
              <a:effectLst>
                <a:outerShdw blurRad="38100" dist="38100" dir="2700000" algn="tl">
                  <a:srgbClr val="000000"/>
                </a:outerShdw>
              </a:effectLst>
              <a:latin typeface="Courier New" pitchFamily="49" charset="0"/>
            </a:endParaRPr>
          </a:p>
          <a:p>
            <a:pPr>
              <a:defRPr/>
            </a:pPr>
            <a:r>
              <a:rPr lang="en-US" dirty="0"/>
              <a:t>Multi-line textarea fields:</a:t>
            </a:r>
          </a:p>
          <a:p>
            <a:pPr marL="0" indent="0">
              <a:buNone/>
              <a:defRPr/>
            </a:pPr>
            <a:endParaRPr lang="en-US" dirty="0"/>
          </a:p>
          <a:p>
            <a:pPr marL="0" indent="0">
              <a:buNone/>
              <a:defRPr/>
            </a:pPr>
            <a:endParaRPr lang="en-US" dirty="0"/>
          </a:p>
          <a:p>
            <a:pPr>
              <a:defRPr/>
            </a:pPr>
            <a:r>
              <a:rPr lang="en-US" dirty="0"/>
              <a:t>Hidden fields contain data not shown to the user:</a:t>
            </a:r>
          </a:p>
          <a:p>
            <a:pPr marL="0" indent="0">
              <a:buNone/>
              <a:defRPr/>
            </a:pPr>
            <a:endParaRPr lang="en-US" dirty="0"/>
          </a:p>
          <a:p>
            <a:pPr marL="0" indent="0">
              <a:buNone/>
              <a:defRPr/>
            </a:pPr>
            <a:endParaRPr lang="en-US" dirty="0"/>
          </a:p>
          <a:p>
            <a:pPr>
              <a:defRPr/>
            </a:pPr>
            <a:r>
              <a:rPr lang="en-US" sz="2400" dirty="0"/>
              <a:t>Often used by JavaScript code</a:t>
            </a:r>
            <a:endParaRPr lang="en-US" sz="2400" dirty="0">
              <a:solidFill>
                <a:srgbClr val="426790"/>
              </a:solidFill>
              <a:effectLst>
                <a:outerShdw blurRad="38100" dist="38100" dir="2700000" algn="tl">
                  <a:srgbClr val="000000"/>
                </a:outerShdw>
              </a:effectLst>
              <a:latin typeface="Courier New" pitchFamily="49" charset="0"/>
            </a:endParaRPr>
          </a:p>
        </p:txBody>
      </p:sp>
      <p:sp>
        <p:nvSpPr>
          <p:cNvPr id="7" name="Slide Number Placeholder 3">
            <a:extLst>
              <a:ext uri="{FF2B5EF4-FFF2-40B4-BE49-F238E27FC236}">
                <a16:creationId xmlns:a16="http://schemas.microsoft.com/office/drawing/2014/main" id="{DFC702DC-E7B7-B60A-53FB-289729BA1B3B}"/>
              </a:ext>
            </a:extLst>
          </p:cNvPr>
          <p:cNvSpPr>
            <a:spLocks noGrp="1"/>
          </p:cNvSpPr>
          <p:nvPr>
            <p:ph type="sldNum" sz="quarter" idx="12"/>
          </p:nvPr>
        </p:nvSpPr>
        <p:spPr/>
        <p:txBody>
          <a:bodyPr/>
          <a:lstStyle/>
          <a:p>
            <a:pPr>
              <a:defRPr/>
            </a:pPr>
            <a:fld id="{560AB4B3-7B7B-4BBF-9171-E0D82168DCB8}" type="slidenum">
              <a:rPr lang="en-US" smtClean="0"/>
              <a:pPr>
                <a:defRPr/>
              </a:pPr>
              <a:t>63</a:t>
            </a:fld>
            <a:endParaRPr lang="en-US" dirty="0"/>
          </a:p>
        </p:txBody>
      </p:sp>
      <p:sp>
        <p:nvSpPr>
          <p:cNvPr id="935940" name="Rectangle 4">
            <a:extLst>
              <a:ext uri="{FF2B5EF4-FFF2-40B4-BE49-F238E27FC236}">
                <a16:creationId xmlns:a16="http://schemas.microsoft.com/office/drawing/2014/main" id="{9E549F20-8500-8155-6443-E3E0AAAB21F1}"/>
              </a:ext>
            </a:extLst>
          </p:cNvPr>
          <p:cNvSpPr>
            <a:spLocks noChangeArrowheads="1"/>
          </p:cNvSpPr>
          <p:nvPr/>
        </p:nvSpPr>
        <p:spPr bwMode="auto">
          <a:xfrm>
            <a:off x="2840039" y="1947864"/>
            <a:ext cx="6219825"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&lt;input type="text" name="FirstName" value="This is a text field" /&gt;</a:t>
            </a:r>
          </a:p>
        </p:txBody>
      </p:sp>
      <p:sp>
        <p:nvSpPr>
          <p:cNvPr id="935941" name="Rectangle 5">
            <a:extLst>
              <a:ext uri="{FF2B5EF4-FFF2-40B4-BE49-F238E27FC236}">
                <a16:creationId xmlns:a16="http://schemas.microsoft.com/office/drawing/2014/main" id="{00C64152-E8EB-A484-1D4B-7578F1DFE059}"/>
              </a:ext>
            </a:extLst>
          </p:cNvPr>
          <p:cNvSpPr>
            <a:spLocks noChangeArrowheads="1"/>
          </p:cNvSpPr>
          <p:nvPr/>
        </p:nvSpPr>
        <p:spPr bwMode="auto">
          <a:xfrm>
            <a:off x="3141664" y="3517901"/>
            <a:ext cx="5616575"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a:t>
            </a: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textarea</a:t>
            </a:r>
            <a:r>
              <a:rPr lang="en-US" sz="22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name="Comments"&gt;This is a multi-line text field&lt;/textarea&gt;</a:t>
            </a:r>
          </a:p>
        </p:txBody>
      </p:sp>
      <p:sp>
        <p:nvSpPr>
          <p:cNvPr id="935942" name="Rectangle 6">
            <a:extLst>
              <a:ext uri="{FF2B5EF4-FFF2-40B4-BE49-F238E27FC236}">
                <a16:creationId xmlns:a16="http://schemas.microsoft.com/office/drawing/2014/main" id="{6032BB1C-D3C4-FA67-F983-DE5DD7B6743D}"/>
              </a:ext>
            </a:extLst>
          </p:cNvPr>
          <p:cNvSpPr>
            <a:spLocks noChangeArrowheads="1"/>
          </p:cNvSpPr>
          <p:nvPr/>
        </p:nvSpPr>
        <p:spPr bwMode="auto">
          <a:xfrm>
            <a:off x="3141664" y="4957764"/>
            <a:ext cx="6219825"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&lt;input type="hidden" name="Account" value="This is a hidden text field" /&gt;</a:t>
            </a:r>
          </a:p>
        </p:txBody>
      </p:sp>
      <p:cxnSp>
        <p:nvCxnSpPr>
          <p:cNvPr id="8" name="Straight Connector 7">
            <a:extLst>
              <a:ext uri="{FF2B5EF4-FFF2-40B4-BE49-F238E27FC236}">
                <a16:creationId xmlns:a16="http://schemas.microsoft.com/office/drawing/2014/main" id="{D19E10A0-43B4-73D6-ABF0-7D849AAD45C3}"/>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C6D4EF76-38F3-D849-E8E8-5717407182B0}"/>
              </a:ext>
            </a:extLst>
          </p:cNvPr>
          <p:cNvPicPr>
            <a:picLocks noChangeAspect="1"/>
          </p:cNvPicPr>
          <p:nvPr/>
        </p:nvPicPr>
        <p:blipFill>
          <a:blip r:embed="rId3"/>
          <a:stretch>
            <a:fillRect/>
          </a:stretch>
        </p:blipFill>
        <p:spPr>
          <a:xfrm>
            <a:off x="8758239" y="3656467"/>
            <a:ext cx="3436605" cy="116636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a:extLst>
              <a:ext uri="{FF2B5EF4-FFF2-40B4-BE49-F238E27FC236}">
                <a16:creationId xmlns:a16="http://schemas.microsoft.com/office/drawing/2014/main" id="{6A8BB878-8C54-14A9-5762-B54A40EA3A68}"/>
              </a:ext>
            </a:extLst>
          </p:cNvPr>
          <p:cNvSpPr>
            <a:spLocks noGrp="1" noChangeArrowheads="1"/>
          </p:cNvSpPr>
          <p:nvPr>
            <p:ph type="title"/>
          </p:nvPr>
        </p:nvSpPr>
        <p:spPr/>
        <p:txBody>
          <a:bodyPr/>
          <a:lstStyle/>
          <a:p>
            <a:pPr>
              <a:defRPr/>
            </a:pPr>
            <a:r>
              <a:rPr lang="en-US" dirty="0">
                <a:solidFill>
                  <a:schemeClr val="accent1"/>
                </a:solidFill>
                <a:latin typeface="+mn-lt"/>
              </a:rPr>
              <a:t>Form Input Controls</a:t>
            </a:r>
          </a:p>
        </p:txBody>
      </p:sp>
      <p:sp>
        <p:nvSpPr>
          <p:cNvPr id="937987" name="Rectangle 3">
            <a:extLst>
              <a:ext uri="{FF2B5EF4-FFF2-40B4-BE49-F238E27FC236}">
                <a16:creationId xmlns:a16="http://schemas.microsoft.com/office/drawing/2014/main" id="{C8F0BD01-EBD1-C67E-807A-1BED39EA4025}"/>
              </a:ext>
            </a:extLst>
          </p:cNvPr>
          <p:cNvSpPr>
            <a:spLocks noGrp="1" noChangeArrowheads="1"/>
          </p:cNvSpPr>
          <p:nvPr>
            <p:ph idx="1"/>
          </p:nvPr>
        </p:nvSpPr>
        <p:spPr>
          <a:xfrm>
            <a:off x="1487489" y="1484314"/>
            <a:ext cx="9231313" cy="4872037"/>
          </a:xfrm>
        </p:spPr>
        <p:txBody>
          <a:bodyPr>
            <a:normAutofit/>
          </a:bodyPr>
          <a:lstStyle/>
          <a:p>
            <a:pPr>
              <a:defRPr/>
            </a:pPr>
            <a:r>
              <a:rPr lang="en-US" sz="3000" dirty="0"/>
              <a:t>Checkboxes:</a:t>
            </a:r>
          </a:p>
          <a:p>
            <a:pPr marL="0" indent="0">
              <a:buNone/>
              <a:defRPr/>
            </a:pPr>
            <a:endParaRPr lang="en-US" sz="3000" dirty="0"/>
          </a:p>
          <a:p>
            <a:pPr marL="0" indent="0">
              <a:buNone/>
              <a:defRPr/>
            </a:pPr>
            <a:endParaRPr lang="en-US" sz="3000" dirty="0">
              <a:solidFill>
                <a:srgbClr val="426790"/>
              </a:solidFill>
              <a:effectLst>
                <a:outerShdw blurRad="38100" dist="38100" dir="2700000" algn="tl">
                  <a:srgbClr val="000000"/>
                </a:outerShdw>
              </a:effectLst>
              <a:latin typeface="Courier New" pitchFamily="49" charset="0"/>
            </a:endParaRPr>
          </a:p>
          <a:p>
            <a:pPr>
              <a:defRPr/>
            </a:pPr>
            <a:r>
              <a:rPr lang="en-US" sz="3000" dirty="0"/>
              <a:t>Radio buttons:</a:t>
            </a:r>
          </a:p>
          <a:p>
            <a:pPr>
              <a:buFont typeface="Wingdings" panose="05000000000000000000" pitchFamily="2" charset="2"/>
              <a:buChar char="v"/>
              <a:defRPr/>
            </a:pPr>
            <a:endParaRPr lang="en-US" sz="3000" dirty="0"/>
          </a:p>
          <a:p>
            <a:pPr>
              <a:spcBef>
                <a:spcPts val="3000"/>
              </a:spcBef>
              <a:defRPr/>
            </a:pPr>
            <a:r>
              <a:rPr lang="en-US" sz="3000" dirty="0"/>
              <a:t>Radio buttons can be grouped, allowing only one to be selected from a group:</a:t>
            </a:r>
          </a:p>
        </p:txBody>
      </p:sp>
      <p:sp>
        <p:nvSpPr>
          <p:cNvPr id="7" name="Slide Number Placeholder 3">
            <a:extLst>
              <a:ext uri="{FF2B5EF4-FFF2-40B4-BE49-F238E27FC236}">
                <a16:creationId xmlns:a16="http://schemas.microsoft.com/office/drawing/2014/main" id="{6E176094-3D84-C1EE-08DF-9604FEFFE1C5}"/>
              </a:ext>
            </a:extLst>
          </p:cNvPr>
          <p:cNvSpPr>
            <a:spLocks noGrp="1"/>
          </p:cNvSpPr>
          <p:nvPr>
            <p:ph type="sldNum" sz="quarter" idx="12"/>
          </p:nvPr>
        </p:nvSpPr>
        <p:spPr/>
        <p:txBody>
          <a:bodyPr/>
          <a:lstStyle/>
          <a:p>
            <a:pPr>
              <a:defRPr/>
            </a:pPr>
            <a:fld id="{72D7E920-97EB-41C8-9A11-CC71694897C2}" type="slidenum">
              <a:rPr lang="en-US" smtClean="0"/>
              <a:pPr>
                <a:defRPr/>
              </a:pPr>
              <a:t>64</a:t>
            </a:fld>
            <a:endParaRPr lang="en-US" dirty="0"/>
          </a:p>
        </p:txBody>
      </p:sp>
      <p:sp>
        <p:nvSpPr>
          <p:cNvPr id="937988" name="Rectangle 4">
            <a:extLst>
              <a:ext uri="{FF2B5EF4-FFF2-40B4-BE49-F238E27FC236}">
                <a16:creationId xmlns:a16="http://schemas.microsoft.com/office/drawing/2014/main" id="{9068E86A-E3A9-CFC9-DAD6-FB803801A98E}"/>
              </a:ext>
            </a:extLst>
          </p:cNvPr>
          <p:cNvSpPr>
            <a:spLocks noChangeArrowheads="1"/>
          </p:cNvSpPr>
          <p:nvPr/>
        </p:nvSpPr>
        <p:spPr bwMode="auto">
          <a:xfrm>
            <a:off x="2649539" y="2128839"/>
            <a:ext cx="6892925"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&lt;input type="checkbox" name="fruit" value="apple" /&gt;</a:t>
            </a:r>
          </a:p>
        </p:txBody>
      </p:sp>
      <p:sp>
        <p:nvSpPr>
          <p:cNvPr id="937989" name="Rectangle 5">
            <a:extLst>
              <a:ext uri="{FF2B5EF4-FFF2-40B4-BE49-F238E27FC236}">
                <a16:creationId xmlns:a16="http://schemas.microsoft.com/office/drawing/2014/main" id="{BA6FAA16-D1FE-6601-93DF-01A25E887DBF}"/>
              </a:ext>
            </a:extLst>
          </p:cNvPr>
          <p:cNvSpPr>
            <a:spLocks noChangeArrowheads="1"/>
          </p:cNvSpPr>
          <p:nvPr/>
        </p:nvSpPr>
        <p:spPr bwMode="auto">
          <a:xfrm>
            <a:off x="2135188" y="3667125"/>
            <a:ext cx="8193088" cy="401638"/>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&lt;input type="radio" name="title" value="Mr." /&gt;</a:t>
            </a:r>
          </a:p>
        </p:txBody>
      </p:sp>
      <p:sp>
        <p:nvSpPr>
          <p:cNvPr id="937990" name="Rectangle 6">
            <a:extLst>
              <a:ext uri="{FF2B5EF4-FFF2-40B4-BE49-F238E27FC236}">
                <a16:creationId xmlns:a16="http://schemas.microsoft.com/office/drawing/2014/main" id="{6CDE9DF4-B6D5-7D9B-08FC-FCED9814AF33}"/>
              </a:ext>
            </a:extLst>
          </p:cNvPr>
          <p:cNvSpPr>
            <a:spLocks noChangeArrowheads="1"/>
          </p:cNvSpPr>
          <p:nvPr/>
        </p:nvSpPr>
        <p:spPr bwMode="auto">
          <a:xfrm>
            <a:off x="2279651" y="5383214"/>
            <a:ext cx="7543800"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4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&lt;input type="radio" name="</a:t>
            </a: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city</a:t>
            </a: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value="Lom" /&gt;</a:t>
            </a:r>
          </a:p>
          <a:p>
            <a:pPr>
              <a:lnSpc>
                <a:spcPts val="24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&lt;input type="radio" name="</a:t>
            </a: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city</a:t>
            </a: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value="Ruse" /&gt;</a:t>
            </a:r>
          </a:p>
        </p:txBody>
      </p:sp>
      <p:cxnSp>
        <p:nvCxnSpPr>
          <p:cNvPr id="9" name="Straight Connector 8">
            <a:extLst>
              <a:ext uri="{FF2B5EF4-FFF2-40B4-BE49-F238E27FC236}">
                <a16:creationId xmlns:a16="http://schemas.microsoft.com/office/drawing/2014/main" id="{D3538495-53A6-9F7B-979C-15EBD85BF7CC}"/>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a:extLst>
              <a:ext uri="{FF2B5EF4-FFF2-40B4-BE49-F238E27FC236}">
                <a16:creationId xmlns:a16="http://schemas.microsoft.com/office/drawing/2014/main" id="{7DB1FD74-EA75-7838-C220-0E5A64C471FF}"/>
              </a:ext>
            </a:extLst>
          </p:cNvPr>
          <p:cNvSpPr>
            <a:spLocks noGrp="1" noChangeArrowheads="1"/>
          </p:cNvSpPr>
          <p:nvPr>
            <p:ph type="title"/>
          </p:nvPr>
        </p:nvSpPr>
        <p:spPr/>
        <p:txBody>
          <a:bodyPr/>
          <a:lstStyle/>
          <a:p>
            <a:pPr>
              <a:defRPr/>
            </a:pPr>
            <a:r>
              <a:rPr lang="en-US" b="1" dirty="0">
                <a:solidFill>
                  <a:schemeClr val="accent1"/>
                </a:solidFill>
                <a:latin typeface="+mn-lt"/>
              </a:rPr>
              <a:t>Other Form Controls</a:t>
            </a:r>
          </a:p>
        </p:txBody>
      </p:sp>
      <p:sp>
        <p:nvSpPr>
          <p:cNvPr id="940035" name="Rectangle 3">
            <a:extLst>
              <a:ext uri="{FF2B5EF4-FFF2-40B4-BE49-F238E27FC236}">
                <a16:creationId xmlns:a16="http://schemas.microsoft.com/office/drawing/2014/main" id="{04046905-2F09-3A7E-E976-340471005091}"/>
              </a:ext>
            </a:extLst>
          </p:cNvPr>
          <p:cNvSpPr>
            <a:spLocks noGrp="1" noChangeArrowheads="1"/>
          </p:cNvSpPr>
          <p:nvPr>
            <p:ph idx="1"/>
          </p:nvPr>
        </p:nvSpPr>
        <p:spPr>
          <a:xfrm>
            <a:off x="1916114" y="1379539"/>
            <a:ext cx="8359775" cy="4797425"/>
          </a:xfrm>
        </p:spPr>
        <p:txBody>
          <a:bodyPr>
            <a:normAutofit/>
          </a:bodyPr>
          <a:lstStyle/>
          <a:p>
            <a:pPr>
              <a:defRPr/>
            </a:pPr>
            <a:r>
              <a:rPr lang="en-US" dirty="0"/>
              <a:t>Dropdown menus:</a:t>
            </a:r>
          </a:p>
          <a:p>
            <a:pPr>
              <a:buFont typeface="Wingdings" panose="05000000000000000000" pitchFamily="2" charset="2"/>
              <a:buChar char="v"/>
              <a:defRPr/>
            </a:pPr>
            <a:endParaRPr lang="en-US" dirty="0"/>
          </a:p>
          <a:p>
            <a:pPr>
              <a:buFont typeface="Wingdings" panose="05000000000000000000" pitchFamily="2" charset="2"/>
              <a:buChar char="v"/>
              <a:defRPr/>
            </a:pPr>
            <a:endParaRPr lang="en-US" dirty="0"/>
          </a:p>
          <a:p>
            <a:pPr>
              <a:buFont typeface="Wingdings" panose="05000000000000000000" pitchFamily="2" charset="2"/>
              <a:buChar char="v"/>
              <a:defRPr/>
            </a:pPr>
            <a:endParaRPr lang="en-US" dirty="0"/>
          </a:p>
          <a:p>
            <a:pPr>
              <a:buFont typeface="Wingdings" panose="05000000000000000000" pitchFamily="2" charset="2"/>
              <a:buChar char="v"/>
              <a:defRPr/>
            </a:pPr>
            <a:endParaRPr lang="en-US" dirty="0">
              <a:solidFill>
                <a:srgbClr val="426790"/>
              </a:solidFill>
              <a:effectLst>
                <a:outerShdw blurRad="38100" dist="38100" dir="2700000" algn="tl">
                  <a:srgbClr val="000000"/>
                </a:outerShdw>
              </a:effectLst>
              <a:latin typeface="Courier New" pitchFamily="49" charset="0"/>
            </a:endParaRPr>
          </a:p>
          <a:p>
            <a:pPr>
              <a:lnSpc>
                <a:spcPct val="100000"/>
              </a:lnSpc>
              <a:spcBef>
                <a:spcPts val="3000"/>
              </a:spcBef>
              <a:defRPr/>
            </a:pPr>
            <a:r>
              <a:rPr lang="en-US" dirty="0"/>
              <a:t>Submit button:</a:t>
            </a:r>
          </a:p>
        </p:txBody>
      </p:sp>
      <p:sp>
        <p:nvSpPr>
          <p:cNvPr id="6" name="Slide Number Placeholder 3">
            <a:extLst>
              <a:ext uri="{FF2B5EF4-FFF2-40B4-BE49-F238E27FC236}">
                <a16:creationId xmlns:a16="http://schemas.microsoft.com/office/drawing/2014/main" id="{824A1941-6654-03B7-638D-0A8E4701EA31}"/>
              </a:ext>
            </a:extLst>
          </p:cNvPr>
          <p:cNvSpPr>
            <a:spLocks noGrp="1"/>
          </p:cNvSpPr>
          <p:nvPr>
            <p:ph type="sldNum" sz="quarter" idx="12"/>
          </p:nvPr>
        </p:nvSpPr>
        <p:spPr/>
        <p:txBody>
          <a:bodyPr/>
          <a:lstStyle/>
          <a:p>
            <a:pPr>
              <a:defRPr/>
            </a:pPr>
            <a:fld id="{19D9CF5D-79B9-4D06-9ED3-74D3D39F4628}" type="slidenum">
              <a:rPr lang="en-US" smtClean="0"/>
              <a:pPr>
                <a:defRPr/>
              </a:pPr>
              <a:t>65</a:t>
            </a:fld>
            <a:endParaRPr lang="en-US" dirty="0"/>
          </a:p>
        </p:txBody>
      </p:sp>
      <p:sp>
        <p:nvSpPr>
          <p:cNvPr id="940036" name="Rectangle 4">
            <a:extLst>
              <a:ext uri="{FF2B5EF4-FFF2-40B4-BE49-F238E27FC236}">
                <a16:creationId xmlns:a16="http://schemas.microsoft.com/office/drawing/2014/main" id="{AFB884D7-677D-5536-5020-B529950A237F}"/>
              </a:ext>
            </a:extLst>
          </p:cNvPr>
          <p:cNvSpPr>
            <a:spLocks noChangeArrowheads="1"/>
          </p:cNvSpPr>
          <p:nvPr/>
        </p:nvSpPr>
        <p:spPr bwMode="auto">
          <a:xfrm>
            <a:off x="2552701" y="1897064"/>
            <a:ext cx="7620000" cy="23082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&lt;select name=“department"&gt;</a:t>
            </a:r>
          </a:p>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&lt;option value="Value 1"</a:t>
            </a:r>
          </a:p>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selected="selected"&gt;cs&lt;/option&gt;</a:t>
            </a:r>
          </a:p>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&lt;option value="Value 2"&gt;IS&lt;/option&gt;</a:t>
            </a:r>
          </a:p>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&lt;option value="Value 3"&gt;IT&lt;/option&gt;</a:t>
            </a:r>
          </a:p>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&lt;/select&gt;</a:t>
            </a:r>
          </a:p>
        </p:txBody>
      </p:sp>
      <p:sp>
        <p:nvSpPr>
          <p:cNvPr id="940037" name="Rectangle 5">
            <a:extLst>
              <a:ext uri="{FF2B5EF4-FFF2-40B4-BE49-F238E27FC236}">
                <a16:creationId xmlns:a16="http://schemas.microsoft.com/office/drawing/2014/main" id="{AA0A24C5-6F6D-EDBD-474F-93AC1AB65C74}"/>
              </a:ext>
            </a:extLst>
          </p:cNvPr>
          <p:cNvSpPr>
            <a:spLocks noChangeArrowheads="1"/>
          </p:cNvSpPr>
          <p:nvPr/>
        </p:nvSpPr>
        <p:spPr bwMode="auto">
          <a:xfrm>
            <a:off x="2743201" y="5011738"/>
            <a:ext cx="7239000" cy="830262"/>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&lt;input type="submit" name="submitBtn" value="Apply Now" /&gt;</a:t>
            </a:r>
          </a:p>
        </p:txBody>
      </p:sp>
      <p:cxnSp>
        <p:nvCxnSpPr>
          <p:cNvPr id="7" name="Straight Connector 6">
            <a:extLst>
              <a:ext uri="{FF2B5EF4-FFF2-40B4-BE49-F238E27FC236}">
                <a16:creationId xmlns:a16="http://schemas.microsoft.com/office/drawing/2014/main" id="{A3E0157E-BB46-71FD-1B60-1A4636E9D5F8}"/>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2" name="Rectangle 2">
            <a:extLst>
              <a:ext uri="{FF2B5EF4-FFF2-40B4-BE49-F238E27FC236}">
                <a16:creationId xmlns:a16="http://schemas.microsoft.com/office/drawing/2014/main" id="{68D4D17B-80EC-4D18-9FE0-E9EFEDD35880}"/>
              </a:ext>
            </a:extLst>
          </p:cNvPr>
          <p:cNvSpPr>
            <a:spLocks noGrp="1" noChangeArrowheads="1"/>
          </p:cNvSpPr>
          <p:nvPr>
            <p:ph type="title"/>
          </p:nvPr>
        </p:nvSpPr>
        <p:spPr/>
        <p:txBody>
          <a:bodyPr>
            <a:normAutofit/>
          </a:bodyPr>
          <a:lstStyle/>
          <a:p>
            <a:pPr>
              <a:defRPr/>
            </a:pPr>
            <a:r>
              <a:rPr lang="en-US" dirty="0">
                <a:solidFill>
                  <a:schemeClr val="accent1"/>
                </a:solidFill>
                <a:latin typeface="+mn-lt"/>
              </a:rPr>
              <a:t>Other Form Controls (2)</a:t>
            </a:r>
            <a:endParaRPr lang="bg-BG" dirty="0">
              <a:solidFill>
                <a:schemeClr val="accent1"/>
              </a:solidFill>
              <a:latin typeface="+mn-lt"/>
            </a:endParaRPr>
          </a:p>
        </p:txBody>
      </p:sp>
      <p:sp>
        <p:nvSpPr>
          <p:cNvPr id="132099" name="Rectangle 3">
            <a:extLst>
              <a:ext uri="{FF2B5EF4-FFF2-40B4-BE49-F238E27FC236}">
                <a16:creationId xmlns:a16="http://schemas.microsoft.com/office/drawing/2014/main" id="{C181C770-258E-0024-14C2-8ECEB5C071ED}"/>
              </a:ext>
            </a:extLst>
          </p:cNvPr>
          <p:cNvSpPr>
            <a:spLocks noGrp="1" noChangeArrowheads="1"/>
          </p:cNvSpPr>
          <p:nvPr>
            <p:ph idx="1"/>
          </p:nvPr>
        </p:nvSpPr>
        <p:spPr>
          <a:xfrm>
            <a:off x="1668464" y="1484313"/>
            <a:ext cx="8855075" cy="5008562"/>
          </a:xfrm>
        </p:spPr>
        <p:txBody>
          <a:bodyPr/>
          <a:lstStyle/>
          <a:p>
            <a:pPr>
              <a:lnSpc>
                <a:spcPct val="100000"/>
              </a:lnSpc>
              <a:spcBef>
                <a:spcPct val="60000"/>
              </a:spcBef>
            </a:pPr>
            <a:r>
              <a:rPr lang="en-US" altLang="en-US" dirty="0"/>
              <a:t>Reset button – brings the form to its initial state</a:t>
            </a:r>
          </a:p>
          <a:p>
            <a:pPr>
              <a:lnSpc>
                <a:spcPct val="100000"/>
              </a:lnSpc>
              <a:spcBef>
                <a:spcPct val="60000"/>
              </a:spcBef>
              <a:buFont typeface="Wingdings" panose="05000000000000000000" pitchFamily="2" charset="2"/>
              <a:buChar char="v"/>
            </a:pPr>
            <a:endParaRPr lang="en-US" altLang="en-US" dirty="0"/>
          </a:p>
          <a:p>
            <a:pPr>
              <a:lnSpc>
                <a:spcPct val="100000"/>
              </a:lnSpc>
              <a:spcBef>
                <a:spcPct val="60000"/>
              </a:spcBef>
            </a:pPr>
            <a:r>
              <a:rPr lang="en-US" altLang="en-US" dirty="0"/>
              <a:t>Image button – acts like submit but image is displayed and click coordinates are sent</a:t>
            </a:r>
          </a:p>
          <a:p>
            <a:pPr>
              <a:lnSpc>
                <a:spcPct val="100000"/>
              </a:lnSpc>
              <a:spcBef>
                <a:spcPct val="60000"/>
              </a:spcBef>
              <a:buFont typeface="Wingdings" panose="05000000000000000000" pitchFamily="2" charset="2"/>
              <a:buChar char="v"/>
            </a:pPr>
            <a:endParaRPr lang="en-US" altLang="en-US" dirty="0"/>
          </a:p>
          <a:p>
            <a:pPr>
              <a:lnSpc>
                <a:spcPct val="100000"/>
              </a:lnSpc>
              <a:spcBef>
                <a:spcPct val="60000"/>
              </a:spcBef>
            </a:pPr>
            <a:r>
              <a:rPr lang="en-US" altLang="en-US" dirty="0"/>
              <a:t>Ordinary button – used for JavaScript, no default action</a:t>
            </a:r>
            <a:endParaRPr lang="bg-BG" altLang="en-US" dirty="0"/>
          </a:p>
        </p:txBody>
      </p:sp>
      <p:sp>
        <p:nvSpPr>
          <p:cNvPr id="7" name="Slide Number Placeholder 3">
            <a:extLst>
              <a:ext uri="{FF2B5EF4-FFF2-40B4-BE49-F238E27FC236}">
                <a16:creationId xmlns:a16="http://schemas.microsoft.com/office/drawing/2014/main" id="{E4628190-485D-3434-0BE7-A19652E0FB13}"/>
              </a:ext>
            </a:extLst>
          </p:cNvPr>
          <p:cNvSpPr>
            <a:spLocks noGrp="1"/>
          </p:cNvSpPr>
          <p:nvPr>
            <p:ph type="sldNum" sz="quarter" idx="12"/>
          </p:nvPr>
        </p:nvSpPr>
        <p:spPr/>
        <p:txBody>
          <a:bodyPr/>
          <a:lstStyle/>
          <a:p>
            <a:pPr>
              <a:defRPr/>
            </a:pPr>
            <a:fld id="{5B45C52C-FE3B-4721-BC98-8BE2F4A667A3}" type="slidenum">
              <a:rPr lang="en-US" smtClean="0"/>
              <a:pPr>
                <a:defRPr/>
              </a:pPr>
              <a:t>66</a:t>
            </a:fld>
            <a:endParaRPr lang="en-US" dirty="0"/>
          </a:p>
        </p:txBody>
      </p:sp>
      <p:sp>
        <p:nvSpPr>
          <p:cNvPr id="1059844" name="Rectangle 4">
            <a:extLst>
              <a:ext uri="{FF2B5EF4-FFF2-40B4-BE49-F238E27FC236}">
                <a16:creationId xmlns:a16="http://schemas.microsoft.com/office/drawing/2014/main" id="{71C5D576-23CB-D5FA-4BBC-A08D953AB8B9}"/>
              </a:ext>
            </a:extLst>
          </p:cNvPr>
          <p:cNvSpPr>
            <a:spLocks noChangeArrowheads="1"/>
          </p:cNvSpPr>
          <p:nvPr/>
        </p:nvSpPr>
        <p:spPr bwMode="auto">
          <a:xfrm>
            <a:off x="2830514" y="2065338"/>
            <a:ext cx="6786563" cy="830262"/>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&lt;input type="reset" name="resetBtn" value="Reset the form" /&gt;</a:t>
            </a:r>
          </a:p>
        </p:txBody>
      </p:sp>
      <p:sp>
        <p:nvSpPr>
          <p:cNvPr id="1059845" name="Rectangle 5">
            <a:extLst>
              <a:ext uri="{FF2B5EF4-FFF2-40B4-BE49-F238E27FC236}">
                <a16:creationId xmlns:a16="http://schemas.microsoft.com/office/drawing/2014/main" id="{D2542014-0F21-420A-0393-3C219166BA89}"/>
              </a:ext>
            </a:extLst>
          </p:cNvPr>
          <p:cNvSpPr>
            <a:spLocks noChangeArrowheads="1"/>
          </p:cNvSpPr>
          <p:nvPr/>
        </p:nvSpPr>
        <p:spPr bwMode="auto">
          <a:xfrm>
            <a:off x="2817813" y="3916364"/>
            <a:ext cx="7264400"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&lt;input type="image" src="submit.gif" name="submitBtn" alt="Submit" /&gt;</a:t>
            </a:r>
          </a:p>
        </p:txBody>
      </p:sp>
      <p:sp>
        <p:nvSpPr>
          <p:cNvPr id="1059846" name="Rectangle 6">
            <a:extLst>
              <a:ext uri="{FF2B5EF4-FFF2-40B4-BE49-F238E27FC236}">
                <a16:creationId xmlns:a16="http://schemas.microsoft.com/office/drawing/2014/main" id="{EC18DEAC-9F09-E160-97A1-E97A6CCCF172}"/>
              </a:ext>
            </a:extLst>
          </p:cNvPr>
          <p:cNvSpPr>
            <a:spLocks noChangeArrowheads="1"/>
          </p:cNvSpPr>
          <p:nvPr/>
        </p:nvSpPr>
        <p:spPr bwMode="auto">
          <a:xfrm>
            <a:off x="2857501" y="5532438"/>
            <a:ext cx="7239000" cy="461962"/>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&lt;input type="button" value="click me" /&gt;</a:t>
            </a:r>
          </a:p>
        </p:txBody>
      </p:sp>
      <p:cxnSp>
        <p:nvCxnSpPr>
          <p:cNvPr id="8" name="Straight Connector 7">
            <a:extLst>
              <a:ext uri="{FF2B5EF4-FFF2-40B4-BE49-F238E27FC236}">
                <a16:creationId xmlns:a16="http://schemas.microsoft.com/office/drawing/2014/main" id="{DDC59B74-5558-D159-A014-BDCCD14CFE8D}"/>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a:extLst>
              <a:ext uri="{FF2B5EF4-FFF2-40B4-BE49-F238E27FC236}">
                <a16:creationId xmlns:a16="http://schemas.microsoft.com/office/drawing/2014/main" id="{A4A3E755-6C31-0A91-A669-33FFE8BC310D}"/>
              </a:ext>
            </a:extLst>
          </p:cNvPr>
          <p:cNvSpPr>
            <a:spLocks noGrp="1" noChangeArrowheads="1"/>
          </p:cNvSpPr>
          <p:nvPr>
            <p:ph type="title"/>
          </p:nvPr>
        </p:nvSpPr>
        <p:spPr/>
        <p:txBody>
          <a:bodyPr>
            <a:normAutofit/>
          </a:bodyPr>
          <a:lstStyle/>
          <a:p>
            <a:pPr>
              <a:defRPr/>
            </a:pPr>
            <a:r>
              <a:rPr lang="en-US" b="1" dirty="0">
                <a:solidFill>
                  <a:schemeClr val="accent1"/>
                </a:solidFill>
                <a:latin typeface="+mn-lt"/>
              </a:rPr>
              <a:t>Other Form Controls (3)</a:t>
            </a:r>
            <a:endParaRPr lang="bg-BG" b="1" dirty="0">
              <a:solidFill>
                <a:schemeClr val="accent1"/>
              </a:solidFill>
              <a:latin typeface="+mn-lt"/>
            </a:endParaRPr>
          </a:p>
        </p:txBody>
      </p:sp>
      <p:sp>
        <p:nvSpPr>
          <p:cNvPr id="1060867" name="Rectangle 3">
            <a:extLst>
              <a:ext uri="{FF2B5EF4-FFF2-40B4-BE49-F238E27FC236}">
                <a16:creationId xmlns:a16="http://schemas.microsoft.com/office/drawing/2014/main" id="{04709665-13D0-3714-11B1-D26A6643A6CD}"/>
              </a:ext>
            </a:extLst>
          </p:cNvPr>
          <p:cNvSpPr>
            <a:spLocks noGrp="1" noChangeArrowheads="1"/>
          </p:cNvSpPr>
          <p:nvPr>
            <p:ph idx="1"/>
          </p:nvPr>
        </p:nvSpPr>
        <p:spPr>
          <a:xfrm>
            <a:off x="533400" y="1333501"/>
            <a:ext cx="10972800" cy="5295899"/>
          </a:xfrm>
        </p:spPr>
        <p:txBody>
          <a:bodyPr>
            <a:normAutofit/>
          </a:bodyPr>
          <a:lstStyle/>
          <a:p>
            <a:pPr>
              <a:buFont typeface="Wingdings" panose="05000000000000000000" pitchFamily="2" charset="2"/>
              <a:buChar char="v"/>
              <a:defRPr/>
            </a:pPr>
            <a:endParaRPr lang="en-US" sz="2400" dirty="0"/>
          </a:p>
          <a:p>
            <a:pPr>
              <a:defRPr/>
            </a:pPr>
            <a:r>
              <a:rPr lang="en-US" sz="2400" dirty="0"/>
              <a:t>Password input – a text field which masks the entered text with * signs</a:t>
            </a:r>
          </a:p>
          <a:p>
            <a:pPr marL="0" indent="0">
              <a:buNone/>
              <a:defRPr/>
            </a:pPr>
            <a:endParaRPr lang="en-US" sz="2400" dirty="0"/>
          </a:p>
          <a:p>
            <a:pPr marL="0" indent="0">
              <a:buNone/>
              <a:defRPr/>
            </a:pPr>
            <a:endParaRPr lang="en-US" sz="2400" dirty="0"/>
          </a:p>
          <a:p>
            <a:pPr>
              <a:defRPr/>
            </a:pPr>
            <a:r>
              <a:rPr lang="en-US" sz="2400" dirty="0"/>
              <a:t>Multiple select field – displays the list of items in multiple lines, instead of one</a:t>
            </a:r>
            <a:endParaRPr lang="bg-BG" sz="2400" dirty="0"/>
          </a:p>
        </p:txBody>
      </p:sp>
      <p:sp>
        <p:nvSpPr>
          <p:cNvPr id="6" name="Slide Number Placeholder 3">
            <a:extLst>
              <a:ext uri="{FF2B5EF4-FFF2-40B4-BE49-F238E27FC236}">
                <a16:creationId xmlns:a16="http://schemas.microsoft.com/office/drawing/2014/main" id="{81955A0D-2387-9BCD-E563-DDD104ED2B57}"/>
              </a:ext>
            </a:extLst>
          </p:cNvPr>
          <p:cNvSpPr>
            <a:spLocks noGrp="1"/>
          </p:cNvSpPr>
          <p:nvPr>
            <p:ph type="sldNum" sz="quarter" idx="12"/>
          </p:nvPr>
        </p:nvSpPr>
        <p:spPr/>
        <p:txBody>
          <a:bodyPr/>
          <a:lstStyle/>
          <a:p>
            <a:pPr>
              <a:defRPr/>
            </a:pPr>
            <a:fld id="{8CE98637-E23A-4996-8C02-0D10788C057F}" type="slidenum">
              <a:rPr lang="en-US" smtClean="0"/>
              <a:pPr>
                <a:defRPr/>
              </a:pPr>
              <a:t>67</a:t>
            </a:fld>
            <a:endParaRPr lang="en-US" dirty="0"/>
          </a:p>
        </p:txBody>
      </p:sp>
      <p:sp>
        <p:nvSpPr>
          <p:cNvPr id="1060868" name="Rectangle 4">
            <a:extLst>
              <a:ext uri="{FF2B5EF4-FFF2-40B4-BE49-F238E27FC236}">
                <a16:creationId xmlns:a16="http://schemas.microsoft.com/office/drawing/2014/main" id="{58BA6D86-FCCF-8D5F-4BCD-849A529CE9D0}"/>
              </a:ext>
            </a:extLst>
          </p:cNvPr>
          <p:cNvSpPr>
            <a:spLocks noChangeArrowheads="1"/>
          </p:cNvSpPr>
          <p:nvPr/>
        </p:nvSpPr>
        <p:spPr bwMode="auto">
          <a:xfrm>
            <a:off x="2514601" y="2522538"/>
            <a:ext cx="7162800" cy="461962"/>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&lt;input type="password" name="pass" /&gt;</a:t>
            </a:r>
          </a:p>
        </p:txBody>
      </p:sp>
      <p:sp>
        <p:nvSpPr>
          <p:cNvPr id="1060869" name="Rectangle 5">
            <a:extLst>
              <a:ext uri="{FF2B5EF4-FFF2-40B4-BE49-F238E27FC236}">
                <a16:creationId xmlns:a16="http://schemas.microsoft.com/office/drawing/2014/main" id="{DE566E85-F27E-A958-B616-590521DFDC49}"/>
              </a:ext>
            </a:extLst>
          </p:cNvPr>
          <p:cNvSpPr>
            <a:spLocks noChangeArrowheads="1"/>
          </p:cNvSpPr>
          <p:nvPr/>
        </p:nvSpPr>
        <p:spPr bwMode="auto">
          <a:xfrm>
            <a:off x="1425576" y="4265613"/>
            <a:ext cx="9097962" cy="1631950"/>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&lt;select name="products" </a:t>
            </a:r>
            <a:r>
              <a:rPr lang="en-US" sz="2000" i="1" noProof="1">
                <a:solidFill>
                  <a:srgbClr val="FF0000"/>
                </a:solidFill>
                <a:effectLst>
                  <a:outerShdw blurRad="38100" dist="38100" dir="2700000" algn="tl">
                    <a:srgbClr val="000000">
                      <a:alpha val="43137"/>
                    </a:srgbClr>
                  </a:outerShdw>
                </a:effectLst>
                <a:latin typeface="Consolas" pitchFamily="49" charset="0"/>
                <a:cs typeface="Consolas" pitchFamily="49" charset="0"/>
              </a:rPr>
              <a:t>multiple="multiple"</a:t>
            </a: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&gt;</a:t>
            </a:r>
          </a:p>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  &lt;option value="Value 1“ selected="selected"&gt;keyboard&lt;/option&gt;</a:t>
            </a:r>
          </a:p>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  &lt;option value="Value 2"&gt;mouse&lt;/option&gt;</a:t>
            </a:r>
          </a:p>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  &lt;option value="Value 3"&gt;speakers&lt;/option&gt;</a:t>
            </a:r>
          </a:p>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&lt;/select&gt;</a:t>
            </a:r>
          </a:p>
        </p:txBody>
      </p:sp>
      <p:cxnSp>
        <p:nvCxnSpPr>
          <p:cNvPr id="7" name="Straight Connector 6">
            <a:extLst>
              <a:ext uri="{FF2B5EF4-FFF2-40B4-BE49-F238E27FC236}">
                <a16:creationId xmlns:a16="http://schemas.microsoft.com/office/drawing/2014/main" id="{1D98CF47-6BFA-B4A7-CEE5-E07D47CC77A3}"/>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6" name="Rectangle 2">
            <a:extLst>
              <a:ext uri="{FF2B5EF4-FFF2-40B4-BE49-F238E27FC236}">
                <a16:creationId xmlns:a16="http://schemas.microsoft.com/office/drawing/2014/main" id="{477750F8-C12A-6A67-703C-377E6C322F88}"/>
              </a:ext>
            </a:extLst>
          </p:cNvPr>
          <p:cNvSpPr>
            <a:spLocks noGrp="1" noChangeArrowheads="1"/>
          </p:cNvSpPr>
          <p:nvPr>
            <p:ph type="title"/>
          </p:nvPr>
        </p:nvSpPr>
        <p:spPr/>
        <p:txBody>
          <a:bodyPr>
            <a:normAutofit/>
          </a:bodyPr>
          <a:lstStyle/>
          <a:p>
            <a:pPr>
              <a:defRPr/>
            </a:pPr>
            <a:r>
              <a:rPr lang="en-US" dirty="0">
                <a:solidFill>
                  <a:schemeClr val="accent1"/>
                </a:solidFill>
                <a:latin typeface="+mn-lt"/>
              </a:rPr>
              <a:t>Other Form Controls (4)</a:t>
            </a:r>
            <a:endParaRPr lang="bg-BG" dirty="0">
              <a:solidFill>
                <a:schemeClr val="accent1"/>
              </a:solidFill>
              <a:latin typeface="+mn-lt"/>
            </a:endParaRPr>
          </a:p>
        </p:txBody>
      </p:sp>
      <p:sp>
        <p:nvSpPr>
          <p:cNvPr id="1060867" name="Rectangle 3">
            <a:extLst>
              <a:ext uri="{FF2B5EF4-FFF2-40B4-BE49-F238E27FC236}">
                <a16:creationId xmlns:a16="http://schemas.microsoft.com/office/drawing/2014/main" id="{25B2250B-AFFD-F13D-8482-BA1AD4812CB3}"/>
              </a:ext>
            </a:extLst>
          </p:cNvPr>
          <p:cNvSpPr>
            <a:spLocks noGrp="1" noChangeArrowheads="1"/>
          </p:cNvSpPr>
          <p:nvPr>
            <p:ph idx="1"/>
          </p:nvPr>
        </p:nvSpPr>
        <p:spPr>
          <a:xfrm>
            <a:off x="1066800" y="1582738"/>
            <a:ext cx="10287000" cy="4799012"/>
          </a:xfrm>
        </p:spPr>
        <p:txBody>
          <a:bodyPr>
            <a:normAutofit/>
          </a:bodyPr>
          <a:lstStyle/>
          <a:p>
            <a:pPr>
              <a:defRPr/>
            </a:pPr>
            <a:r>
              <a:rPr lang="en-US" sz="3000" dirty="0"/>
              <a:t>File input – a field used for uploading files</a:t>
            </a:r>
          </a:p>
          <a:p>
            <a:pPr marL="0" indent="0">
              <a:buNone/>
              <a:defRPr/>
            </a:pPr>
            <a:endParaRPr lang="en-US" sz="3000" dirty="0"/>
          </a:p>
          <a:p>
            <a:pPr>
              <a:defRPr/>
            </a:pPr>
            <a:r>
              <a:rPr lang="en-US" dirty="0"/>
              <a:t>Form labels are used to associate an explanatory text to a form field using the field's ID.</a:t>
            </a:r>
          </a:p>
          <a:p>
            <a:pPr marL="0" indent="0">
              <a:buNone/>
              <a:defRPr/>
            </a:pPr>
            <a:endParaRPr lang="en-US" dirty="0"/>
          </a:p>
          <a:p>
            <a:pPr marL="0" indent="0">
              <a:buNone/>
              <a:defRPr/>
            </a:pPr>
            <a:endParaRPr lang="en-US" dirty="0"/>
          </a:p>
          <a:p>
            <a:pPr>
              <a:defRPr/>
            </a:pPr>
            <a:r>
              <a:rPr lang="en-US" sz="2500" b="1" dirty="0" err="1">
                <a:solidFill>
                  <a:schemeClr val="accent1"/>
                </a:solidFill>
              </a:rPr>
              <a:t>fieldsets</a:t>
            </a:r>
            <a:r>
              <a:rPr lang="en-US" sz="2500" dirty="0"/>
              <a:t> are used to </a:t>
            </a:r>
            <a:r>
              <a:rPr lang="en-US" sz="2500" dirty="0">
                <a:solidFill>
                  <a:srgbClr val="FF0000"/>
                </a:solidFill>
              </a:rPr>
              <a:t>enclose a group of related </a:t>
            </a:r>
            <a:r>
              <a:rPr lang="en-US" sz="2500" dirty="0"/>
              <a:t>form fields:</a:t>
            </a:r>
          </a:p>
          <a:p>
            <a:pPr lvl="1">
              <a:defRPr/>
            </a:pPr>
            <a:r>
              <a:rPr lang="en-US" sz="2100" dirty="0"/>
              <a:t>The &lt;</a:t>
            </a:r>
            <a:r>
              <a:rPr lang="en-US" sz="2100" dirty="0">
                <a:solidFill>
                  <a:srgbClr val="FF0000"/>
                </a:solidFill>
              </a:rPr>
              <a:t>legend</a:t>
            </a:r>
            <a:r>
              <a:rPr lang="en-US" sz="2100" dirty="0"/>
              <a:t>&gt; is the </a:t>
            </a:r>
            <a:r>
              <a:rPr lang="en-US" sz="2100" dirty="0" err="1">
                <a:solidFill>
                  <a:srgbClr val="FF0000"/>
                </a:solidFill>
              </a:rPr>
              <a:t>fieldset's</a:t>
            </a:r>
            <a:r>
              <a:rPr lang="en-US" sz="2100" dirty="0">
                <a:solidFill>
                  <a:srgbClr val="FF0000"/>
                </a:solidFill>
              </a:rPr>
              <a:t> title</a:t>
            </a:r>
            <a:endParaRPr lang="en-US" dirty="0"/>
          </a:p>
          <a:p>
            <a:pPr>
              <a:buFont typeface="Wingdings" panose="05000000000000000000" pitchFamily="2" charset="2"/>
              <a:buChar char="v"/>
              <a:defRPr/>
            </a:pPr>
            <a:endParaRPr lang="en-US" dirty="0"/>
          </a:p>
          <a:p>
            <a:pPr marL="0" indent="0">
              <a:buNone/>
              <a:defRPr/>
            </a:pPr>
            <a:endParaRPr lang="bg-BG" dirty="0"/>
          </a:p>
          <a:p>
            <a:pPr marL="0" indent="0">
              <a:buNone/>
              <a:defRPr/>
            </a:pPr>
            <a:endParaRPr lang="bg-BG" sz="3200" dirty="0"/>
          </a:p>
        </p:txBody>
      </p:sp>
      <p:sp>
        <p:nvSpPr>
          <p:cNvPr id="6" name="Slide Number Placeholder 3">
            <a:extLst>
              <a:ext uri="{FF2B5EF4-FFF2-40B4-BE49-F238E27FC236}">
                <a16:creationId xmlns:a16="http://schemas.microsoft.com/office/drawing/2014/main" id="{B23C2009-F528-68D9-3022-3C65F6ABA2EF}"/>
              </a:ext>
            </a:extLst>
          </p:cNvPr>
          <p:cNvSpPr>
            <a:spLocks noGrp="1"/>
          </p:cNvSpPr>
          <p:nvPr>
            <p:ph type="sldNum" sz="quarter" idx="12"/>
          </p:nvPr>
        </p:nvSpPr>
        <p:spPr/>
        <p:txBody>
          <a:bodyPr/>
          <a:lstStyle/>
          <a:p>
            <a:pPr>
              <a:defRPr/>
            </a:pPr>
            <a:fld id="{16F344F4-E4EF-4EE6-97B6-EAEFCB326762}" type="slidenum">
              <a:rPr lang="en-US" smtClean="0"/>
              <a:pPr>
                <a:defRPr/>
              </a:pPr>
              <a:t>68</a:t>
            </a:fld>
            <a:endParaRPr lang="en-US" dirty="0"/>
          </a:p>
        </p:txBody>
      </p:sp>
      <p:sp>
        <p:nvSpPr>
          <p:cNvPr id="1060868" name="Rectangle 4">
            <a:extLst>
              <a:ext uri="{FF2B5EF4-FFF2-40B4-BE49-F238E27FC236}">
                <a16:creationId xmlns:a16="http://schemas.microsoft.com/office/drawing/2014/main" id="{150F43F7-D1BD-BD0E-232A-96BAE7B265C4}"/>
              </a:ext>
            </a:extLst>
          </p:cNvPr>
          <p:cNvSpPr>
            <a:spLocks noChangeArrowheads="1"/>
          </p:cNvSpPr>
          <p:nvPr/>
        </p:nvSpPr>
        <p:spPr bwMode="auto">
          <a:xfrm>
            <a:off x="2743201" y="2055814"/>
            <a:ext cx="6354762" cy="46037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&lt;input type="file" name="photo" /&gt;</a:t>
            </a:r>
          </a:p>
        </p:txBody>
      </p:sp>
      <p:sp>
        <p:nvSpPr>
          <p:cNvPr id="7" name="Rectangle 4">
            <a:extLst>
              <a:ext uri="{FF2B5EF4-FFF2-40B4-BE49-F238E27FC236}">
                <a16:creationId xmlns:a16="http://schemas.microsoft.com/office/drawing/2014/main" id="{59742888-1C03-9A4A-34EB-F413198481C6}"/>
              </a:ext>
            </a:extLst>
          </p:cNvPr>
          <p:cNvSpPr>
            <a:spLocks noChangeArrowheads="1"/>
          </p:cNvSpPr>
          <p:nvPr/>
        </p:nvSpPr>
        <p:spPr bwMode="auto">
          <a:xfrm>
            <a:off x="2743201" y="3563939"/>
            <a:ext cx="6096000" cy="7080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cs typeface="Consolas" pitchFamily="49" charset="0"/>
              </a:rPr>
              <a:t>&lt;label for="fn"&gt;First Name&lt;/label&gt;</a:t>
            </a:r>
          </a:p>
          <a:p>
            <a:pPr>
              <a:buClr>
                <a:schemeClr val="accent5">
                  <a:lumMod val="40000"/>
                  <a:lumOff val="60000"/>
                </a:schemeClr>
              </a:buClr>
              <a:buSzPct val="70000"/>
              <a:defRPr/>
            </a:pPr>
            <a:r>
              <a:rPr lang="en-US" sz="2000" b="1" noProof="1">
                <a:solidFill>
                  <a:srgbClr val="0070C0"/>
                </a:solidFill>
                <a:effectLst>
                  <a:outerShdw blurRad="38100" dist="38100" dir="2700000" algn="tl">
                    <a:srgbClr val="000000">
                      <a:alpha val="43137"/>
                    </a:srgbClr>
                  </a:outerShdw>
                </a:effectLst>
                <a:cs typeface="Consolas" pitchFamily="49" charset="0"/>
              </a:rPr>
              <a:t>&lt;input type="text" id="fn" /&gt;</a:t>
            </a:r>
          </a:p>
        </p:txBody>
      </p:sp>
      <p:cxnSp>
        <p:nvCxnSpPr>
          <p:cNvPr id="8" name="Straight Connector 7">
            <a:extLst>
              <a:ext uri="{FF2B5EF4-FFF2-40B4-BE49-F238E27FC236}">
                <a16:creationId xmlns:a16="http://schemas.microsoft.com/office/drawing/2014/main" id="{42524478-2C2D-91D3-534E-5B9C1BAFFDA9}"/>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a:extLst>
              <a:ext uri="{FF2B5EF4-FFF2-40B4-BE49-F238E27FC236}">
                <a16:creationId xmlns:a16="http://schemas.microsoft.com/office/drawing/2014/main" id="{B9E40114-1752-FBF0-7CF7-FD4902879704}"/>
              </a:ext>
            </a:extLst>
          </p:cNvPr>
          <p:cNvSpPr>
            <a:spLocks noGrp="1" noChangeArrowheads="1"/>
          </p:cNvSpPr>
          <p:nvPr>
            <p:ph type="title"/>
          </p:nvPr>
        </p:nvSpPr>
        <p:spPr>
          <a:xfrm>
            <a:off x="3287714" y="246063"/>
            <a:ext cx="8359775" cy="1325562"/>
          </a:xfrm>
        </p:spPr>
        <p:txBody>
          <a:bodyPr>
            <a:normAutofit/>
          </a:bodyPr>
          <a:lstStyle/>
          <a:p>
            <a:pPr>
              <a:defRPr/>
            </a:pPr>
            <a:r>
              <a:rPr lang="en-US" dirty="0">
                <a:latin typeface="+mn-lt"/>
              </a:rPr>
              <a:t>HTML Forms – Example</a:t>
            </a:r>
          </a:p>
        </p:txBody>
      </p:sp>
      <p:sp>
        <p:nvSpPr>
          <p:cNvPr id="6" name="Slide Number Placeholder 3">
            <a:extLst>
              <a:ext uri="{FF2B5EF4-FFF2-40B4-BE49-F238E27FC236}">
                <a16:creationId xmlns:a16="http://schemas.microsoft.com/office/drawing/2014/main" id="{58CC0A5C-46A6-0380-0BF5-EBDB7E427552}"/>
              </a:ext>
            </a:extLst>
          </p:cNvPr>
          <p:cNvSpPr>
            <a:spLocks noGrp="1"/>
          </p:cNvSpPr>
          <p:nvPr>
            <p:ph type="sldNum" sz="quarter" idx="12"/>
          </p:nvPr>
        </p:nvSpPr>
        <p:spPr/>
        <p:txBody>
          <a:bodyPr/>
          <a:lstStyle/>
          <a:p>
            <a:pPr>
              <a:defRPr/>
            </a:pPr>
            <a:fld id="{309A9403-6AA7-49BD-BE1B-66B67218C239}" type="slidenum">
              <a:rPr lang="en-US" smtClean="0"/>
              <a:pPr>
                <a:defRPr/>
              </a:pPr>
              <a:t>69</a:t>
            </a:fld>
            <a:endParaRPr lang="en-US" dirty="0"/>
          </a:p>
        </p:txBody>
      </p:sp>
      <p:sp>
        <p:nvSpPr>
          <p:cNvPr id="942085" name="Rectangle 5">
            <a:extLst>
              <a:ext uri="{FF2B5EF4-FFF2-40B4-BE49-F238E27FC236}">
                <a16:creationId xmlns:a16="http://schemas.microsoft.com/office/drawing/2014/main" id="{E65D1C0B-26E2-D05F-C12E-56DECEB1917E}"/>
              </a:ext>
            </a:extLst>
          </p:cNvPr>
          <p:cNvSpPr>
            <a:spLocks noChangeArrowheads="1"/>
          </p:cNvSpPr>
          <p:nvPr/>
        </p:nvSpPr>
        <p:spPr bwMode="auto">
          <a:xfrm>
            <a:off x="1533527" y="1265239"/>
            <a:ext cx="9026525" cy="522287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&lt;form method="post" action="apply-now.php"&gt;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name="subject" type="hidden" value="Class" /&gt;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&lt;fieldset style="width:150px"&gt;&lt;legend&gt;Academic information&lt;/legend&gt;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for="degree"&gt;Degree&lt;/label&gt;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&lt;select name="degree" id="degree"&gt;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&lt;option value="BA"&gt;Bachelor of Art&lt;/option&gt;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&lt;option value="BS"&gt;Bachelor of Science&lt;/option&gt;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&lt;option value="MBA" selected="selected"&gt;Master of</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Business Administration&lt;/option&gt;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&lt;/select&gt;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&lt;br /&gt; &lt;br&gt; </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for="studentid"&gt;Student ID&lt;/label&gt;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type="password" name="studentid" /&gt;</a:t>
            </a:r>
          </a:p>
          <a:p>
            <a:pPr>
              <a:lnSpc>
                <a:spcPct val="150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&lt;/fieldset&gt;</a:t>
            </a:r>
          </a:p>
        </p:txBody>
      </p:sp>
      <p:sp>
        <p:nvSpPr>
          <p:cNvPr id="5" name="Rectangle 6">
            <a:extLst>
              <a:ext uri="{FF2B5EF4-FFF2-40B4-BE49-F238E27FC236}">
                <a16:creationId xmlns:a16="http://schemas.microsoft.com/office/drawing/2014/main" id="{6875CECF-392F-74BA-D0E2-68516AD0AD06}"/>
              </a:ext>
            </a:extLst>
          </p:cNvPr>
          <p:cNvSpPr>
            <a:spLocks noChangeArrowheads="1"/>
          </p:cNvSpPr>
          <p:nvPr/>
        </p:nvSpPr>
        <p:spPr bwMode="auto">
          <a:xfrm>
            <a:off x="1416051" y="890588"/>
            <a:ext cx="4114800" cy="546100"/>
          </a:xfrm>
          <a:prstGeom prst="rect">
            <a:avLst/>
          </a:prstGeom>
        </p:spPr>
        <p:txBody>
          <a:bodyPr>
            <a:spAutoFit/>
          </a:bodyPr>
          <a:lstStyle/>
          <a:p>
            <a:pPr marL="282575" indent="-282575">
              <a:lnSpc>
                <a:spcPts val="3800"/>
              </a:lnSpc>
              <a:buClr>
                <a:srgbClr val="46A6BD">
                  <a:lumMod val="40000"/>
                  <a:lumOff val="60000"/>
                </a:srgbClr>
              </a:buClr>
              <a:buSzPct val="70000"/>
              <a:tabLst>
                <a:tab pos="282575" algn="l"/>
              </a:tabLst>
              <a:defRPr/>
            </a:pPr>
            <a:r>
              <a:rPr lang="en-US" sz="2600" b="1" dirty="0">
                <a:effectLst>
                  <a:outerShdw blurRad="38100" dist="38100" dir="2700000" algn="tl">
                    <a:srgbClr val="000000">
                      <a:alpha val="43137"/>
                    </a:srgbClr>
                  </a:outerShdw>
                </a:effectLst>
                <a:latin typeface="Corbel"/>
              </a:rPr>
              <a:t>form.html</a:t>
            </a:r>
            <a:endParaRPr lang="bg-BG" sz="2600" b="1" dirty="0">
              <a:effectLst>
                <a:outerShdw blurRad="38100" dist="38100" dir="2700000" algn="tl">
                  <a:srgbClr val="000000">
                    <a:alpha val="43137"/>
                  </a:srgbClr>
                </a:outerShdw>
              </a:effectLst>
              <a:latin typeface="Corbel"/>
            </a:endParaRPr>
          </a:p>
        </p:txBody>
      </p:sp>
      <p:cxnSp>
        <p:nvCxnSpPr>
          <p:cNvPr id="7" name="Straight Connector 6">
            <a:extLst>
              <a:ext uri="{FF2B5EF4-FFF2-40B4-BE49-F238E27FC236}">
                <a16:creationId xmlns:a16="http://schemas.microsoft.com/office/drawing/2014/main" id="{56CA3CF2-AF8A-897C-AB8E-95AD60454575}"/>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0B25FF2-E8DE-5425-146D-507178F0351F}"/>
              </a:ext>
            </a:extLst>
          </p:cNvPr>
          <p:cNvSpPr>
            <a:spLocks noGrp="1"/>
          </p:cNvSpPr>
          <p:nvPr>
            <p:ph type="sldNum" sz="quarter" idx="12"/>
          </p:nvPr>
        </p:nvSpPr>
        <p:spPr/>
        <p:txBody>
          <a:bodyPr/>
          <a:lstStyle/>
          <a:p>
            <a:pPr>
              <a:defRPr/>
            </a:pPr>
            <a:fld id="{91927994-03A5-429B-9942-6D2C8C0C38AC}" type="slidenum">
              <a:rPr lang="en-US" smtClean="0"/>
              <a:pPr>
                <a:defRPr/>
              </a:pPr>
              <a:t>70</a:t>
            </a:fld>
            <a:endParaRPr lang="en-US" dirty="0"/>
          </a:p>
        </p:txBody>
      </p:sp>
      <p:sp>
        <p:nvSpPr>
          <p:cNvPr id="967683" name="Rectangle 3">
            <a:extLst>
              <a:ext uri="{FF2B5EF4-FFF2-40B4-BE49-F238E27FC236}">
                <a16:creationId xmlns:a16="http://schemas.microsoft.com/office/drawing/2014/main" id="{4B7E4CF3-9F50-59AD-D93E-D97ECAD44F1A}"/>
              </a:ext>
            </a:extLst>
          </p:cNvPr>
          <p:cNvSpPr>
            <a:spLocks noChangeArrowheads="1"/>
          </p:cNvSpPr>
          <p:nvPr/>
        </p:nvSpPr>
        <p:spPr bwMode="auto">
          <a:xfrm>
            <a:off x="1847852" y="1422401"/>
            <a:ext cx="8675687" cy="4697413"/>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&lt;fieldset style="width:150px"&gt;&lt;legend&gt;Personal Details&lt;/legend&gt;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for="fname"&gt;First Name&lt;/label&gt;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type="text" name="fname" id="fname" /&gt;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&lt;br&gt;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&lt;br&gt;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for="lname"&gt;Last Name&lt;/label&gt;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type="text" name="lname" id="lname" /&gt;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&lt;br /&gt;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&lt;br&gt;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Gender: </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name="gender" type="radio" id="gm" value="m" /&gt;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for="gm"&gt;Male&lt;/label&gt;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name="gender" type="radio" id="gf" value="f" /&gt;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for="gf"&gt;Female&lt;/label&gt;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&lt;br /&gt; &lt;br&gt; </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&lt;label for="email"&gt;Email&lt;/label&gt;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&lt;input type="text" name="email" id="email" /&gt;</a:t>
            </a:r>
          </a:p>
          <a:p>
            <a:pPr>
              <a:lnSpc>
                <a:spcPts val="2000"/>
              </a:lnSpc>
              <a:buClr>
                <a:schemeClr val="accent5">
                  <a:lumMod val="40000"/>
                  <a:lumOff val="60000"/>
                </a:schemeClr>
              </a:buClr>
              <a:buSzPct val="70000"/>
              <a:defRPr/>
            </a:pPr>
            <a:r>
              <a:rPr lang="en-US" sz="1600" b="1" noProof="1">
                <a:solidFill>
                  <a:srgbClr val="0070C0"/>
                </a:solidFill>
                <a:effectLst>
                  <a:outerShdw blurRad="38100" dist="38100" dir="2700000" algn="tl">
                    <a:srgbClr val="000000">
                      <a:alpha val="43137"/>
                    </a:srgbClr>
                  </a:outerShdw>
                </a:effectLst>
                <a:latin typeface="Consolas" pitchFamily="49" charset="0"/>
                <a:cs typeface="Consolas" pitchFamily="49" charset="0"/>
              </a:rPr>
              <a:t> &lt;/fieldset&gt;</a:t>
            </a:r>
          </a:p>
        </p:txBody>
      </p:sp>
      <p:sp>
        <p:nvSpPr>
          <p:cNvPr id="5" name="Rectangle 6">
            <a:extLst>
              <a:ext uri="{FF2B5EF4-FFF2-40B4-BE49-F238E27FC236}">
                <a16:creationId xmlns:a16="http://schemas.microsoft.com/office/drawing/2014/main" id="{ABAC4A61-1CF0-14B4-BA59-04E9AC9B73CC}"/>
              </a:ext>
            </a:extLst>
          </p:cNvPr>
          <p:cNvSpPr>
            <a:spLocks noChangeArrowheads="1"/>
          </p:cNvSpPr>
          <p:nvPr/>
        </p:nvSpPr>
        <p:spPr bwMode="auto">
          <a:xfrm>
            <a:off x="3040063" y="466726"/>
            <a:ext cx="4114800" cy="544513"/>
          </a:xfrm>
          <a:prstGeom prst="rect">
            <a:avLst/>
          </a:prstGeom>
        </p:spPr>
        <p:txBody>
          <a:bodyPr>
            <a:spAutoFit/>
          </a:bodyPr>
          <a:lstStyle/>
          <a:p>
            <a:pPr marL="282575" indent="-282575">
              <a:lnSpc>
                <a:spcPts val="3800"/>
              </a:lnSpc>
              <a:buClr>
                <a:srgbClr val="46A6BD">
                  <a:lumMod val="40000"/>
                  <a:lumOff val="60000"/>
                </a:srgbClr>
              </a:buClr>
              <a:buSzPct val="70000"/>
              <a:tabLst>
                <a:tab pos="282575" algn="l"/>
              </a:tabLst>
              <a:defRPr/>
            </a:pPr>
            <a:r>
              <a:rPr lang="en-US" sz="2600" b="1" dirty="0">
                <a:effectLst>
                  <a:outerShdw blurRad="38100" dist="38100" dir="2700000" algn="tl">
                    <a:srgbClr val="000000">
                      <a:alpha val="43137"/>
                    </a:srgbClr>
                  </a:outerShdw>
                </a:effectLst>
                <a:latin typeface="Corbel"/>
              </a:rPr>
              <a:t>form.html (continued)</a:t>
            </a:r>
            <a:endParaRPr lang="bg-BG" sz="2600" b="1" dirty="0">
              <a:effectLst>
                <a:outerShdw blurRad="38100" dist="38100" dir="2700000" algn="tl">
                  <a:srgbClr val="000000">
                    <a:alpha val="43137"/>
                  </a:srgbClr>
                </a:outerShdw>
              </a:effectLst>
              <a:latin typeface="Corbel"/>
            </a:endParaRPr>
          </a:p>
        </p:txBody>
      </p:sp>
      <p:cxnSp>
        <p:nvCxnSpPr>
          <p:cNvPr id="7" name="Straight Connector 6">
            <a:extLst>
              <a:ext uri="{FF2B5EF4-FFF2-40B4-BE49-F238E27FC236}">
                <a16:creationId xmlns:a16="http://schemas.microsoft.com/office/drawing/2014/main" id="{7C5E7BAD-C9DF-ED54-A084-299C141553E6}"/>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a:extLst>
              <a:ext uri="{FF2B5EF4-FFF2-40B4-BE49-F238E27FC236}">
                <a16:creationId xmlns:a16="http://schemas.microsoft.com/office/drawing/2014/main" id="{23D32D02-F8EC-3CAF-6485-01253D31B5EF}"/>
              </a:ext>
            </a:extLst>
          </p:cNvPr>
          <p:cNvSpPr>
            <a:spLocks noGrp="1" noChangeArrowheads="1"/>
          </p:cNvSpPr>
          <p:nvPr>
            <p:ph type="title"/>
          </p:nvPr>
        </p:nvSpPr>
        <p:spPr/>
        <p:txBody>
          <a:bodyPr/>
          <a:lstStyle/>
          <a:p>
            <a:r>
              <a:rPr lang="en-US" altLang="en-US"/>
              <a:t>Cont..</a:t>
            </a:r>
          </a:p>
        </p:txBody>
      </p:sp>
      <p:pic>
        <p:nvPicPr>
          <p:cNvPr id="142339" name="Content Placeholder 4">
            <a:extLst>
              <a:ext uri="{FF2B5EF4-FFF2-40B4-BE49-F238E27FC236}">
                <a16:creationId xmlns:a16="http://schemas.microsoft.com/office/drawing/2014/main" id="{96031748-C828-3668-B3F0-87A98A5720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7339" y="1798639"/>
            <a:ext cx="9077325" cy="3260725"/>
          </a:xfrm>
        </p:spPr>
      </p:pic>
      <p:cxnSp>
        <p:nvCxnSpPr>
          <p:cNvPr id="6" name="Straight Connector 5">
            <a:extLst>
              <a:ext uri="{FF2B5EF4-FFF2-40B4-BE49-F238E27FC236}">
                <a16:creationId xmlns:a16="http://schemas.microsoft.com/office/drawing/2014/main" id="{C6313A66-21DB-5E62-CE03-1BC8E1F7C294}"/>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2" name="Slide Number Placeholder 1">
            <a:extLst>
              <a:ext uri="{FF2B5EF4-FFF2-40B4-BE49-F238E27FC236}">
                <a16:creationId xmlns:a16="http://schemas.microsoft.com/office/drawing/2014/main" id="{1A7C01C3-CB21-C831-5470-279587708019}"/>
              </a:ext>
            </a:extLst>
          </p:cNvPr>
          <p:cNvSpPr>
            <a:spLocks noGrp="1"/>
          </p:cNvSpPr>
          <p:nvPr>
            <p:ph type="sldNum" sz="quarter" idx="12"/>
          </p:nvPr>
        </p:nvSpPr>
        <p:spPr/>
        <p:txBody>
          <a:bodyPr/>
          <a:lstStyle/>
          <a:p>
            <a:pPr>
              <a:defRPr/>
            </a:pPr>
            <a:fld id="{23AF47EC-5FDE-4663-9CDD-3E83CC4FC2A7}" type="slidenum">
              <a:rPr lang="es-ES" altLang="en-US" smtClean="0"/>
              <a:pPr>
                <a:defRPr/>
              </a:pPr>
              <a:t>71</a:t>
            </a:fld>
            <a:endParaRPr lang="es-E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E61A-D366-D5C2-520D-9BDC02D8EB5F}"/>
              </a:ext>
            </a:extLst>
          </p:cNvPr>
          <p:cNvSpPr>
            <a:spLocks noGrp="1"/>
          </p:cNvSpPr>
          <p:nvPr>
            <p:ph type="title"/>
          </p:nvPr>
        </p:nvSpPr>
        <p:spPr/>
        <p:txBody>
          <a:bodyPr/>
          <a:lstStyle/>
          <a:p>
            <a:pPr>
              <a:defRPr/>
            </a:pPr>
            <a:r>
              <a:rPr lang="en-US" dirty="0">
                <a:latin typeface="+mn-lt"/>
              </a:rPr>
              <a:t>Cont..</a:t>
            </a:r>
          </a:p>
        </p:txBody>
      </p:sp>
      <p:sp>
        <p:nvSpPr>
          <p:cNvPr id="8" name="Slide Number Placeholder 3">
            <a:extLst>
              <a:ext uri="{FF2B5EF4-FFF2-40B4-BE49-F238E27FC236}">
                <a16:creationId xmlns:a16="http://schemas.microsoft.com/office/drawing/2014/main" id="{F88EE063-097C-474F-29F1-5548DB66CF84}"/>
              </a:ext>
            </a:extLst>
          </p:cNvPr>
          <p:cNvSpPr>
            <a:spLocks noGrp="1"/>
          </p:cNvSpPr>
          <p:nvPr>
            <p:ph type="sldNum" sz="quarter" idx="12"/>
          </p:nvPr>
        </p:nvSpPr>
        <p:spPr/>
        <p:txBody>
          <a:bodyPr/>
          <a:lstStyle/>
          <a:p>
            <a:pPr>
              <a:defRPr/>
            </a:pPr>
            <a:fld id="{1C790DBE-A688-42BC-A5B6-154861553E66}" type="slidenum">
              <a:rPr lang="en-US" smtClean="0"/>
              <a:pPr>
                <a:defRPr/>
              </a:pPr>
              <a:t>72</a:t>
            </a:fld>
            <a:endParaRPr lang="en-US" dirty="0"/>
          </a:p>
        </p:txBody>
      </p:sp>
      <p:cxnSp>
        <p:nvCxnSpPr>
          <p:cNvPr id="6" name="Straight Connector 5">
            <a:extLst>
              <a:ext uri="{FF2B5EF4-FFF2-40B4-BE49-F238E27FC236}">
                <a16:creationId xmlns:a16="http://schemas.microsoft.com/office/drawing/2014/main" id="{EC8C991E-AC56-108B-DACB-6672FE64CE5C}"/>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143365" name="Picture 3">
            <a:extLst>
              <a:ext uri="{FF2B5EF4-FFF2-40B4-BE49-F238E27FC236}">
                <a16:creationId xmlns:a16="http://schemas.microsoft.com/office/drawing/2014/main" id="{52D5B757-A0FB-6F22-967D-E323D4DBC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435100"/>
            <a:ext cx="9837739" cy="534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a:extLst>
              <a:ext uri="{FF2B5EF4-FFF2-40B4-BE49-F238E27FC236}">
                <a16:creationId xmlns:a16="http://schemas.microsoft.com/office/drawing/2014/main" id="{399805EC-0BB6-CC8B-2A4A-18D9825F9DAD}"/>
              </a:ext>
            </a:extLst>
          </p:cNvPr>
          <p:cNvSpPr>
            <a:spLocks noGrp="1" noChangeArrowheads="1"/>
          </p:cNvSpPr>
          <p:nvPr>
            <p:ph type="title"/>
          </p:nvPr>
        </p:nvSpPr>
        <p:spPr>
          <a:xfrm>
            <a:off x="1916114" y="365126"/>
            <a:ext cx="8359775" cy="874713"/>
          </a:xfrm>
        </p:spPr>
        <p:txBody>
          <a:bodyPr/>
          <a:lstStyle/>
          <a:p>
            <a:pPr>
              <a:defRPr/>
            </a:pPr>
            <a:r>
              <a:rPr lang="en-US" sz="3200" b="1" dirty="0">
                <a:solidFill>
                  <a:schemeClr val="accent1"/>
                </a:solidFill>
                <a:latin typeface="+mn-lt"/>
              </a:rPr>
              <a:t>How Forms Work</a:t>
            </a:r>
            <a:endParaRPr lang="en-US" altLang="en-US" sz="3200" b="1" dirty="0">
              <a:solidFill>
                <a:schemeClr val="accent1"/>
              </a:solidFill>
              <a:latin typeface="+mn-lt"/>
            </a:endParaRPr>
          </a:p>
        </p:txBody>
      </p:sp>
      <p:sp>
        <p:nvSpPr>
          <p:cNvPr id="145411" name="Content Placeholder 2">
            <a:extLst>
              <a:ext uri="{FF2B5EF4-FFF2-40B4-BE49-F238E27FC236}">
                <a16:creationId xmlns:a16="http://schemas.microsoft.com/office/drawing/2014/main" id="{1B3F45C0-5073-9361-EEF9-13F690963C97}"/>
              </a:ext>
            </a:extLst>
          </p:cNvPr>
          <p:cNvSpPr>
            <a:spLocks noGrp="1" noChangeArrowheads="1"/>
          </p:cNvSpPr>
          <p:nvPr>
            <p:ph idx="1"/>
          </p:nvPr>
        </p:nvSpPr>
        <p:spPr>
          <a:xfrm>
            <a:off x="1916113" y="1412875"/>
            <a:ext cx="8788400" cy="5030788"/>
          </a:xfrm>
        </p:spPr>
        <p:txBody>
          <a:bodyPr/>
          <a:lstStyle/>
          <a:p>
            <a:r>
              <a:rPr lang="en-US" altLang="en-US" sz="2400"/>
              <a:t>A user fills in a form and then presses a button to submit the information to the server</a:t>
            </a:r>
          </a:p>
          <a:p>
            <a:r>
              <a:rPr lang="en-US" altLang="en-US" sz="2400"/>
              <a:t>The name of each form control is sent to the server along with the value the user enters or selects.</a:t>
            </a:r>
          </a:p>
        </p:txBody>
      </p:sp>
      <p:sp>
        <p:nvSpPr>
          <p:cNvPr id="2" name="Slide Number Placeholder 1">
            <a:extLst>
              <a:ext uri="{FF2B5EF4-FFF2-40B4-BE49-F238E27FC236}">
                <a16:creationId xmlns:a16="http://schemas.microsoft.com/office/drawing/2014/main" id="{366B1DDF-A561-69B6-0582-9E28656C1776}"/>
              </a:ext>
            </a:extLst>
          </p:cNvPr>
          <p:cNvSpPr>
            <a:spLocks noGrp="1"/>
          </p:cNvSpPr>
          <p:nvPr>
            <p:ph type="sldNum" sz="quarter" idx="12"/>
          </p:nvPr>
        </p:nvSpPr>
        <p:spPr/>
        <p:txBody>
          <a:bodyPr/>
          <a:lstStyle/>
          <a:p>
            <a:pPr>
              <a:defRPr/>
            </a:pPr>
            <a:fld id="{329DD64E-1968-4887-B3AD-5DB20EF947F6}" type="slidenum">
              <a:rPr lang="es-ES" altLang="en-US" smtClean="0"/>
              <a:pPr>
                <a:defRPr/>
              </a:pPr>
              <a:t>73</a:t>
            </a:fld>
            <a:endParaRPr lang="es-ES" altLang="en-US"/>
          </a:p>
        </p:txBody>
      </p:sp>
      <p:cxnSp>
        <p:nvCxnSpPr>
          <p:cNvPr id="3" name="Straight Connector 2">
            <a:extLst>
              <a:ext uri="{FF2B5EF4-FFF2-40B4-BE49-F238E27FC236}">
                <a16:creationId xmlns:a16="http://schemas.microsoft.com/office/drawing/2014/main" id="{CD6A6856-C0A2-A012-FDEB-C897A0C05CDF}"/>
              </a:ext>
            </a:extLst>
          </p:cNvPr>
          <p:cNvCxnSpPr>
            <a:cxnSpLocks/>
          </p:cNvCxnSpPr>
          <p:nvPr/>
        </p:nvCxnSpPr>
        <p:spPr>
          <a:xfrm>
            <a:off x="1668464" y="1196975"/>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a:extLst>
              <a:ext uri="{FF2B5EF4-FFF2-40B4-BE49-F238E27FC236}">
                <a16:creationId xmlns:a16="http://schemas.microsoft.com/office/drawing/2014/main" id="{80CE9F7B-1E8D-57F4-D05B-1A1B4DDD520F}"/>
              </a:ext>
            </a:extLst>
          </p:cNvPr>
          <p:cNvSpPr>
            <a:spLocks noGrp="1" noChangeArrowheads="1"/>
          </p:cNvSpPr>
          <p:nvPr>
            <p:ph type="title"/>
          </p:nvPr>
        </p:nvSpPr>
        <p:spPr>
          <a:xfrm>
            <a:off x="1916114" y="365126"/>
            <a:ext cx="8359775" cy="874713"/>
          </a:xfrm>
        </p:spPr>
        <p:txBody>
          <a:bodyPr>
            <a:normAutofit fontScale="90000"/>
          </a:bodyPr>
          <a:lstStyle/>
          <a:p>
            <a:pPr>
              <a:defRPr/>
            </a:pPr>
            <a:br>
              <a:rPr lang="en-US" altLang="en-US" b="1" dirty="0">
                <a:solidFill>
                  <a:schemeClr val="accent1"/>
                </a:solidFill>
                <a:latin typeface="+mn-lt"/>
              </a:rPr>
            </a:br>
            <a:br>
              <a:rPr lang="en-US" altLang="en-US" b="1" dirty="0">
                <a:solidFill>
                  <a:schemeClr val="accent1"/>
                </a:solidFill>
                <a:latin typeface="+mn-lt"/>
              </a:rPr>
            </a:br>
            <a:r>
              <a:rPr lang="en-US" altLang="en-US" b="1" dirty="0">
                <a:solidFill>
                  <a:schemeClr val="accent1"/>
                </a:solidFill>
                <a:latin typeface="+mn-lt"/>
              </a:rPr>
              <a:t>What is Multimedia?</a:t>
            </a:r>
            <a:br>
              <a:rPr lang="en-US" altLang="en-US" b="1" dirty="0">
                <a:solidFill>
                  <a:schemeClr val="accent1"/>
                </a:solidFill>
                <a:latin typeface="+mn-lt"/>
              </a:rPr>
            </a:br>
            <a:endParaRPr lang="en-US" altLang="en-US" b="1" dirty="0">
              <a:solidFill>
                <a:schemeClr val="accent1"/>
              </a:solidFill>
              <a:latin typeface="+mn-lt"/>
            </a:endParaRPr>
          </a:p>
        </p:txBody>
      </p:sp>
      <p:sp>
        <p:nvSpPr>
          <p:cNvPr id="146435" name="Content Placeholder 2">
            <a:extLst>
              <a:ext uri="{FF2B5EF4-FFF2-40B4-BE49-F238E27FC236}">
                <a16:creationId xmlns:a16="http://schemas.microsoft.com/office/drawing/2014/main" id="{DE82D57C-3DBD-05EC-C0E6-CDCD0BE2F55F}"/>
              </a:ext>
            </a:extLst>
          </p:cNvPr>
          <p:cNvSpPr>
            <a:spLocks noGrp="1" noChangeArrowheads="1"/>
          </p:cNvSpPr>
          <p:nvPr>
            <p:ph idx="1"/>
          </p:nvPr>
        </p:nvSpPr>
        <p:spPr>
          <a:xfrm>
            <a:off x="1416051" y="1412875"/>
            <a:ext cx="9288462" cy="5030788"/>
          </a:xfrm>
        </p:spPr>
        <p:txBody>
          <a:bodyPr/>
          <a:lstStyle/>
          <a:p>
            <a:pPr>
              <a:lnSpc>
                <a:spcPct val="150000"/>
              </a:lnSpc>
            </a:pPr>
            <a:r>
              <a:rPr lang="en-US" altLang="en-US">
                <a:solidFill>
                  <a:srgbClr val="000000"/>
                </a:solidFill>
              </a:rPr>
              <a:t>Multimedia comes in many different formats. It can be almost anything you can hear or see, like images, music, sound, videos, records, films, animations, and more.</a:t>
            </a:r>
          </a:p>
          <a:p>
            <a:pPr>
              <a:lnSpc>
                <a:spcPct val="150000"/>
              </a:lnSpc>
              <a:buFont typeface="Wingdings" panose="05000000000000000000" pitchFamily="2" charset="2"/>
              <a:buChar char="v"/>
            </a:pPr>
            <a:endParaRPr lang="en-US" altLang="en-US"/>
          </a:p>
        </p:txBody>
      </p:sp>
      <p:pic>
        <p:nvPicPr>
          <p:cNvPr id="146436" name="Picture 4">
            <a:extLst>
              <a:ext uri="{FF2B5EF4-FFF2-40B4-BE49-F238E27FC236}">
                <a16:creationId xmlns:a16="http://schemas.microsoft.com/office/drawing/2014/main" id="{7E7448DD-2137-0B02-3A65-34823878A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6" y="3933826"/>
            <a:ext cx="699135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833C437-6F1D-3B6B-87A2-93F2326A16D3}"/>
              </a:ext>
            </a:extLst>
          </p:cNvPr>
          <p:cNvSpPr>
            <a:spLocks noGrp="1"/>
          </p:cNvSpPr>
          <p:nvPr>
            <p:ph type="sldNum" sz="quarter" idx="12"/>
          </p:nvPr>
        </p:nvSpPr>
        <p:spPr/>
        <p:txBody>
          <a:bodyPr/>
          <a:lstStyle/>
          <a:p>
            <a:pPr>
              <a:defRPr/>
            </a:pPr>
            <a:fld id="{76E1B854-F09B-4E9B-9025-22D6AC3D2539}" type="slidenum">
              <a:rPr lang="es-ES" altLang="en-US" smtClean="0"/>
              <a:pPr>
                <a:defRPr/>
              </a:pPr>
              <a:t>74</a:t>
            </a:fld>
            <a:endParaRPr lang="es-ES" altLang="en-US"/>
          </a:p>
        </p:txBody>
      </p:sp>
      <p:cxnSp>
        <p:nvCxnSpPr>
          <p:cNvPr id="3" name="Straight Connector 2">
            <a:extLst>
              <a:ext uri="{FF2B5EF4-FFF2-40B4-BE49-F238E27FC236}">
                <a16:creationId xmlns:a16="http://schemas.microsoft.com/office/drawing/2014/main" id="{A7CC5315-2D59-3917-D85F-6B8B0447C99A}"/>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a:extLst>
              <a:ext uri="{FF2B5EF4-FFF2-40B4-BE49-F238E27FC236}">
                <a16:creationId xmlns:a16="http://schemas.microsoft.com/office/drawing/2014/main" id="{FCD45375-C3D9-C932-475F-6DA9B0401B84}"/>
              </a:ext>
            </a:extLst>
          </p:cNvPr>
          <p:cNvSpPr>
            <a:spLocks noGrp="1" noChangeArrowheads="1"/>
          </p:cNvSpPr>
          <p:nvPr>
            <p:ph type="title"/>
          </p:nvPr>
        </p:nvSpPr>
        <p:spPr>
          <a:xfrm>
            <a:off x="1916114" y="365125"/>
            <a:ext cx="8359775" cy="1119188"/>
          </a:xfrm>
        </p:spPr>
        <p:txBody>
          <a:bodyPr/>
          <a:lstStyle/>
          <a:p>
            <a:pPr>
              <a:defRPr/>
            </a:pPr>
            <a:r>
              <a:rPr lang="en-US" altLang="en-US" b="1" dirty="0">
                <a:solidFill>
                  <a:schemeClr val="accent1"/>
                </a:solidFill>
                <a:latin typeface="+mn-lt"/>
              </a:rPr>
              <a:t>The HTML &lt;video&gt; Element</a:t>
            </a:r>
          </a:p>
        </p:txBody>
      </p:sp>
      <p:sp>
        <p:nvSpPr>
          <p:cNvPr id="147459" name="Content Placeholder 2">
            <a:extLst>
              <a:ext uri="{FF2B5EF4-FFF2-40B4-BE49-F238E27FC236}">
                <a16:creationId xmlns:a16="http://schemas.microsoft.com/office/drawing/2014/main" id="{D310E315-1E3B-9711-17E7-7D7446562BB6}"/>
              </a:ext>
            </a:extLst>
          </p:cNvPr>
          <p:cNvSpPr>
            <a:spLocks noGrp="1" noChangeArrowheads="1"/>
          </p:cNvSpPr>
          <p:nvPr>
            <p:ph idx="1"/>
          </p:nvPr>
        </p:nvSpPr>
        <p:spPr>
          <a:xfrm>
            <a:off x="762000" y="1404939"/>
            <a:ext cx="10896600" cy="4919661"/>
          </a:xfrm>
        </p:spPr>
        <p:txBody>
          <a:bodyPr>
            <a:noAutofit/>
          </a:bodyPr>
          <a:lstStyle/>
          <a:p>
            <a:pPr marL="0" indent="0">
              <a:lnSpc>
                <a:spcPct val="150000"/>
              </a:lnSpc>
              <a:buNone/>
            </a:pPr>
            <a:r>
              <a:rPr lang="en-US" altLang="en-US" sz="2400" dirty="0">
                <a:solidFill>
                  <a:srgbClr val="0000CD"/>
                </a:solidFill>
              </a:rPr>
              <a:t> &lt;div class="video-container"&gt;</a:t>
            </a:r>
          </a:p>
          <a:p>
            <a:pPr marL="0" indent="0">
              <a:lnSpc>
                <a:spcPct val="150000"/>
              </a:lnSpc>
              <a:buNone/>
            </a:pPr>
            <a:r>
              <a:rPr lang="en-US" altLang="en-US" sz="2400" dirty="0">
                <a:solidFill>
                  <a:srgbClr val="0000CD"/>
                </a:solidFill>
              </a:rPr>
              <a:t>      &lt;video width="320" height="240" controls&gt;</a:t>
            </a:r>
          </a:p>
          <a:p>
            <a:pPr marL="0" indent="0">
              <a:lnSpc>
                <a:spcPct val="150000"/>
              </a:lnSpc>
              <a:buNone/>
            </a:pPr>
            <a:r>
              <a:rPr lang="en-US" altLang="en-US" sz="2400" dirty="0">
                <a:solidFill>
                  <a:srgbClr val="0000CD"/>
                </a:solidFill>
              </a:rPr>
              <a:t>      &lt;source </a:t>
            </a:r>
            <a:r>
              <a:rPr lang="en-US" altLang="en-US" sz="2400" dirty="0" err="1">
                <a:solidFill>
                  <a:srgbClr val="0000CD"/>
                </a:solidFill>
              </a:rPr>
              <a:t>src</a:t>
            </a:r>
            <a:r>
              <a:rPr lang="en-US" altLang="en-US" sz="2400" dirty="0">
                <a:solidFill>
                  <a:srgbClr val="0000CD"/>
                </a:solidFill>
              </a:rPr>
              <a:t>="movie.mp4" type="video/mp4"&gt;</a:t>
            </a:r>
          </a:p>
          <a:p>
            <a:pPr marL="0" indent="0">
              <a:lnSpc>
                <a:spcPct val="150000"/>
              </a:lnSpc>
              <a:buNone/>
            </a:pPr>
            <a:r>
              <a:rPr lang="en-US" altLang="en-US" sz="2400" dirty="0">
                <a:solidFill>
                  <a:srgbClr val="0000CD"/>
                </a:solidFill>
              </a:rPr>
              <a:t>      &lt;source </a:t>
            </a:r>
            <a:r>
              <a:rPr lang="en-US" altLang="en-US" sz="2400" dirty="0" err="1">
                <a:solidFill>
                  <a:srgbClr val="0000CD"/>
                </a:solidFill>
              </a:rPr>
              <a:t>src</a:t>
            </a:r>
            <a:r>
              <a:rPr lang="en-US" altLang="en-US" sz="2400" dirty="0">
                <a:solidFill>
                  <a:srgbClr val="0000CD"/>
                </a:solidFill>
              </a:rPr>
              <a:t>="movie.ogg" type="video/</a:t>
            </a:r>
            <a:r>
              <a:rPr lang="en-US" altLang="en-US" sz="2400" dirty="0" err="1">
                <a:solidFill>
                  <a:srgbClr val="0000CD"/>
                </a:solidFill>
              </a:rPr>
              <a:t>ogg</a:t>
            </a:r>
            <a:r>
              <a:rPr lang="en-US" altLang="en-US" sz="2400" dirty="0">
                <a:solidFill>
                  <a:srgbClr val="0000CD"/>
                </a:solidFill>
              </a:rPr>
              <a:t>"&gt;</a:t>
            </a:r>
          </a:p>
          <a:p>
            <a:pPr marL="0" indent="0">
              <a:lnSpc>
                <a:spcPct val="150000"/>
              </a:lnSpc>
              <a:buNone/>
            </a:pPr>
            <a:r>
              <a:rPr lang="en-US" altLang="en-US" sz="2400" dirty="0">
                <a:solidFill>
                  <a:srgbClr val="0000CD"/>
                </a:solidFill>
              </a:rPr>
              <a:t>      Your browser does not support the video tag.</a:t>
            </a:r>
          </a:p>
          <a:p>
            <a:pPr marL="0" indent="0">
              <a:lnSpc>
                <a:spcPct val="150000"/>
              </a:lnSpc>
              <a:buNone/>
            </a:pPr>
            <a:r>
              <a:rPr lang="en-US" altLang="en-US" sz="2400" dirty="0">
                <a:solidFill>
                  <a:srgbClr val="0000CD"/>
                </a:solidFill>
              </a:rPr>
              <a:t>    &lt;/video&gt;</a:t>
            </a:r>
          </a:p>
          <a:p>
            <a:pPr marL="0" indent="0">
              <a:lnSpc>
                <a:spcPct val="150000"/>
              </a:lnSpc>
              <a:buNone/>
            </a:pPr>
            <a:r>
              <a:rPr lang="en-US" altLang="en-US" sz="2400" dirty="0">
                <a:solidFill>
                  <a:srgbClr val="0000CD"/>
                </a:solidFill>
              </a:rPr>
              <a:t>    &lt;/div&gt;</a:t>
            </a:r>
            <a:endParaRPr lang="en-US" altLang="en-US" sz="2400" dirty="0"/>
          </a:p>
        </p:txBody>
      </p:sp>
      <p:sp>
        <p:nvSpPr>
          <p:cNvPr id="2" name="Slide Number Placeholder 1">
            <a:extLst>
              <a:ext uri="{FF2B5EF4-FFF2-40B4-BE49-F238E27FC236}">
                <a16:creationId xmlns:a16="http://schemas.microsoft.com/office/drawing/2014/main" id="{8C760291-DB36-DC2C-2561-D81037DCB1B9}"/>
              </a:ext>
            </a:extLst>
          </p:cNvPr>
          <p:cNvSpPr>
            <a:spLocks noGrp="1"/>
          </p:cNvSpPr>
          <p:nvPr>
            <p:ph type="sldNum" sz="quarter" idx="12"/>
          </p:nvPr>
        </p:nvSpPr>
        <p:spPr/>
        <p:txBody>
          <a:bodyPr/>
          <a:lstStyle/>
          <a:p>
            <a:pPr>
              <a:defRPr/>
            </a:pPr>
            <a:fld id="{F392B587-9F9B-4A52-8C44-FCD16D91086E}" type="slidenum">
              <a:rPr lang="es-ES" altLang="en-US" smtClean="0"/>
              <a:pPr>
                <a:defRPr/>
              </a:pPr>
              <a:t>75</a:t>
            </a:fld>
            <a:endParaRPr lang="es-ES" altLang="en-US"/>
          </a:p>
        </p:txBody>
      </p:sp>
      <p:cxnSp>
        <p:nvCxnSpPr>
          <p:cNvPr id="3" name="Straight Connector 2">
            <a:extLst>
              <a:ext uri="{FF2B5EF4-FFF2-40B4-BE49-F238E27FC236}">
                <a16:creationId xmlns:a16="http://schemas.microsoft.com/office/drawing/2014/main" id="{59C3B921-A0EF-A84B-C657-0C2C72620251}"/>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
            <a:extLst>
              <a:ext uri="{FF2B5EF4-FFF2-40B4-BE49-F238E27FC236}">
                <a16:creationId xmlns:a16="http://schemas.microsoft.com/office/drawing/2014/main" id="{802029B1-CC6B-1375-A746-A4372736C0B8}"/>
              </a:ext>
            </a:extLst>
          </p:cNvPr>
          <p:cNvSpPr>
            <a:spLocks noGrp="1" noChangeArrowheads="1"/>
          </p:cNvSpPr>
          <p:nvPr>
            <p:ph type="title"/>
          </p:nvPr>
        </p:nvSpPr>
        <p:spPr/>
        <p:txBody>
          <a:bodyPr/>
          <a:lstStyle/>
          <a:p>
            <a:pPr>
              <a:defRPr/>
            </a:pPr>
            <a:r>
              <a:rPr lang="en-US" altLang="en-US" b="1" dirty="0">
                <a:solidFill>
                  <a:schemeClr val="accent1"/>
                </a:solidFill>
                <a:latin typeface="+mn-lt"/>
              </a:rPr>
              <a:t>The HTML &lt;audio&gt; Element</a:t>
            </a:r>
          </a:p>
        </p:txBody>
      </p:sp>
      <p:sp>
        <p:nvSpPr>
          <p:cNvPr id="148483" name="Content Placeholder 2">
            <a:extLst>
              <a:ext uri="{FF2B5EF4-FFF2-40B4-BE49-F238E27FC236}">
                <a16:creationId xmlns:a16="http://schemas.microsoft.com/office/drawing/2014/main" id="{99A79A7A-E373-6A65-B245-FCDFC97877AD}"/>
              </a:ext>
            </a:extLst>
          </p:cNvPr>
          <p:cNvSpPr>
            <a:spLocks noGrp="1" noChangeArrowheads="1"/>
          </p:cNvSpPr>
          <p:nvPr>
            <p:ph idx="1"/>
          </p:nvPr>
        </p:nvSpPr>
        <p:spPr>
          <a:xfrm>
            <a:off x="1916113" y="1825625"/>
            <a:ext cx="9220200" cy="4351338"/>
          </a:xfrm>
        </p:spPr>
        <p:txBody>
          <a:bodyPr/>
          <a:lstStyle/>
          <a:p>
            <a:pPr marL="0" indent="0">
              <a:lnSpc>
                <a:spcPct val="150000"/>
              </a:lnSpc>
              <a:buNone/>
            </a:pPr>
            <a:r>
              <a:rPr lang="en-US" altLang="en-US">
                <a:solidFill>
                  <a:srgbClr val="0000CD"/>
                </a:solidFill>
              </a:rPr>
              <a:t>&lt;</a:t>
            </a:r>
            <a:r>
              <a:rPr lang="en-US" altLang="en-US">
                <a:solidFill>
                  <a:srgbClr val="A52A2A"/>
                </a:solidFill>
              </a:rPr>
              <a:t>audio</a:t>
            </a:r>
            <a:r>
              <a:rPr lang="en-US" altLang="en-US">
                <a:solidFill>
                  <a:srgbClr val="FF0000"/>
                </a:solidFill>
              </a:rPr>
              <a:t> controls</a:t>
            </a:r>
            <a:r>
              <a:rPr lang="en-US" altLang="en-US">
                <a:solidFill>
                  <a:srgbClr val="0000CD"/>
                </a:solidFill>
              </a:rPr>
              <a:t>&gt;</a:t>
            </a:r>
            <a:br>
              <a:rPr lang="en-US" altLang="en-US"/>
            </a:br>
            <a:r>
              <a:rPr lang="en-US" altLang="en-US">
                <a:solidFill>
                  <a:srgbClr val="000000"/>
                </a:solidFill>
              </a:rPr>
              <a:t>  </a:t>
            </a:r>
            <a:r>
              <a:rPr lang="en-US" altLang="en-US">
                <a:solidFill>
                  <a:srgbClr val="0000CD"/>
                </a:solidFill>
              </a:rPr>
              <a:t>&lt;</a:t>
            </a:r>
            <a:r>
              <a:rPr lang="en-US" altLang="en-US">
                <a:solidFill>
                  <a:srgbClr val="A52A2A"/>
                </a:solidFill>
              </a:rPr>
              <a:t>source</a:t>
            </a:r>
            <a:r>
              <a:rPr lang="en-US" altLang="en-US">
                <a:solidFill>
                  <a:srgbClr val="FF0000"/>
                </a:solidFill>
              </a:rPr>
              <a:t> src</a:t>
            </a:r>
            <a:r>
              <a:rPr lang="en-US" altLang="en-US">
                <a:solidFill>
                  <a:srgbClr val="0000CD"/>
                </a:solidFill>
              </a:rPr>
              <a:t>="horse.ogg"</a:t>
            </a:r>
            <a:r>
              <a:rPr lang="en-US" altLang="en-US">
                <a:solidFill>
                  <a:srgbClr val="FF0000"/>
                </a:solidFill>
              </a:rPr>
              <a:t> type</a:t>
            </a:r>
            <a:r>
              <a:rPr lang="en-US" altLang="en-US">
                <a:solidFill>
                  <a:srgbClr val="0000CD"/>
                </a:solidFill>
              </a:rPr>
              <a:t>="audio/ogg"&gt;</a:t>
            </a:r>
            <a:br>
              <a:rPr lang="en-US" altLang="en-US"/>
            </a:br>
            <a:r>
              <a:rPr lang="en-US" altLang="en-US">
                <a:solidFill>
                  <a:srgbClr val="000000"/>
                </a:solidFill>
              </a:rPr>
              <a:t>  </a:t>
            </a:r>
            <a:r>
              <a:rPr lang="en-US" altLang="en-US">
                <a:solidFill>
                  <a:srgbClr val="0000CD"/>
                </a:solidFill>
              </a:rPr>
              <a:t>&lt;</a:t>
            </a:r>
            <a:r>
              <a:rPr lang="en-US" altLang="en-US">
                <a:solidFill>
                  <a:srgbClr val="A52A2A"/>
                </a:solidFill>
              </a:rPr>
              <a:t>source</a:t>
            </a:r>
            <a:r>
              <a:rPr lang="en-US" altLang="en-US">
                <a:solidFill>
                  <a:srgbClr val="FF0000"/>
                </a:solidFill>
              </a:rPr>
              <a:t> src</a:t>
            </a:r>
            <a:r>
              <a:rPr lang="en-US" altLang="en-US">
                <a:solidFill>
                  <a:srgbClr val="0000CD"/>
                </a:solidFill>
              </a:rPr>
              <a:t>="horse.mp3"</a:t>
            </a:r>
            <a:r>
              <a:rPr lang="en-US" altLang="en-US">
                <a:solidFill>
                  <a:srgbClr val="FF0000"/>
                </a:solidFill>
              </a:rPr>
              <a:t> type</a:t>
            </a:r>
            <a:r>
              <a:rPr lang="en-US" altLang="en-US">
                <a:solidFill>
                  <a:srgbClr val="0000CD"/>
                </a:solidFill>
              </a:rPr>
              <a:t>="audio/mpeg"&gt;</a:t>
            </a:r>
            <a:br>
              <a:rPr lang="en-US" altLang="en-US"/>
            </a:br>
            <a:r>
              <a:rPr lang="en-US" altLang="en-US"/>
              <a:t>  </a:t>
            </a:r>
            <a:r>
              <a:rPr lang="en-US" altLang="en-US">
                <a:solidFill>
                  <a:srgbClr val="0000CD"/>
                </a:solidFill>
              </a:rPr>
              <a:t>&lt;</a:t>
            </a:r>
            <a:r>
              <a:rPr lang="en-US" altLang="en-US">
                <a:solidFill>
                  <a:srgbClr val="A52A2A"/>
                </a:solidFill>
              </a:rPr>
              <a:t>/audio</a:t>
            </a:r>
            <a:r>
              <a:rPr lang="en-US" altLang="en-US">
                <a:solidFill>
                  <a:srgbClr val="0000CD"/>
                </a:solidFill>
              </a:rPr>
              <a:t>&gt;</a:t>
            </a:r>
            <a:endParaRPr lang="en-US" altLang="en-US"/>
          </a:p>
        </p:txBody>
      </p:sp>
      <p:sp>
        <p:nvSpPr>
          <p:cNvPr id="2" name="Slide Number Placeholder 1">
            <a:extLst>
              <a:ext uri="{FF2B5EF4-FFF2-40B4-BE49-F238E27FC236}">
                <a16:creationId xmlns:a16="http://schemas.microsoft.com/office/drawing/2014/main" id="{0E6A561A-0230-54B2-D635-BA7A0EECADC7}"/>
              </a:ext>
            </a:extLst>
          </p:cNvPr>
          <p:cNvSpPr>
            <a:spLocks noGrp="1"/>
          </p:cNvSpPr>
          <p:nvPr>
            <p:ph type="sldNum" sz="quarter" idx="12"/>
          </p:nvPr>
        </p:nvSpPr>
        <p:spPr/>
        <p:txBody>
          <a:bodyPr/>
          <a:lstStyle/>
          <a:p>
            <a:pPr>
              <a:defRPr/>
            </a:pPr>
            <a:fld id="{6A943331-8763-4F88-9073-72C3AD4DEE4C}" type="slidenum">
              <a:rPr lang="es-ES" altLang="en-US" smtClean="0"/>
              <a:pPr>
                <a:defRPr/>
              </a:pPr>
              <a:t>76</a:t>
            </a:fld>
            <a:endParaRPr lang="es-ES" altLang="en-US"/>
          </a:p>
        </p:txBody>
      </p:sp>
      <p:cxnSp>
        <p:nvCxnSpPr>
          <p:cNvPr id="3" name="Straight Connector 2">
            <a:extLst>
              <a:ext uri="{FF2B5EF4-FFF2-40B4-BE49-F238E27FC236}">
                <a16:creationId xmlns:a16="http://schemas.microsoft.com/office/drawing/2014/main" id="{92DE607F-96A3-AA78-EE74-F273607B4FB5}"/>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itle 1">
            <a:extLst>
              <a:ext uri="{FF2B5EF4-FFF2-40B4-BE49-F238E27FC236}">
                <a16:creationId xmlns:a16="http://schemas.microsoft.com/office/drawing/2014/main" id="{D019B889-455E-AEF9-2ACA-B9679CC66C6C}"/>
              </a:ext>
            </a:extLst>
          </p:cNvPr>
          <p:cNvSpPr>
            <a:spLocks noGrp="1" noChangeArrowheads="1"/>
          </p:cNvSpPr>
          <p:nvPr>
            <p:ph type="title"/>
          </p:nvPr>
        </p:nvSpPr>
        <p:spPr/>
        <p:txBody>
          <a:bodyPr>
            <a:normAutofit fontScale="90000"/>
          </a:bodyPr>
          <a:lstStyle/>
          <a:p>
            <a:pPr>
              <a:defRPr/>
            </a:pPr>
            <a:br>
              <a:rPr lang="en-US" altLang="en-US" b="1" dirty="0">
                <a:solidFill>
                  <a:schemeClr val="accent1"/>
                </a:solidFill>
                <a:latin typeface="+mn-lt"/>
              </a:rPr>
            </a:br>
            <a:r>
              <a:rPr lang="en-US" altLang="en-US" b="1" dirty="0">
                <a:solidFill>
                  <a:schemeClr val="accent1"/>
                </a:solidFill>
                <a:latin typeface="+mn-lt"/>
              </a:rPr>
              <a:t>HTML &lt;audio&gt; Autoplay</a:t>
            </a:r>
            <a:br>
              <a:rPr lang="en-US" altLang="en-US" b="1" dirty="0">
                <a:solidFill>
                  <a:schemeClr val="accent1"/>
                </a:solidFill>
                <a:latin typeface="+mn-lt"/>
              </a:rPr>
            </a:br>
            <a:endParaRPr lang="en-US" altLang="en-US" b="1" dirty="0">
              <a:solidFill>
                <a:schemeClr val="accent1"/>
              </a:solidFill>
              <a:latin typeface="+mn-lt"/>
            </a:endParaRPr>
          </a:p>
        </p:txBody>
      </p:sp>
      <p:sp>
        <p:nvSpPr>
          <p:cNvPr id="149507" name="Content Placeholder 2">
            <a:extLst>
              <a:ext uri="{FF2B5EF4-FFF2-40B4-BE49-F238E27FC236}">
                <a16:creationId xmlns:a16="http://schemas.microsoft.com/office/drawing/2014/main" id="{41A48D07-DD6D-DB40-4325-FF2209DED2D0}"/>
              </a:ext>
            </a:extLst>
          </p:cNvPr>
          <p:cNvSpPr>
            <a:spLocks noGrp="1" noChangeArrowheads="1"/>
          </p:cNvSpPr>
          <p:nvPr>
            <p:ph idx="1"/>
          </p:nvPr>
        </p:nvSpPr>
        <p:spPr>
          <a:xfrm>
            <a:off x="1582739" y="1524001"/>
            <a:ext cx="9026525" cy="4352925"/>
          </a:xfrm>
        </p:spPr>
        <p:txBody>
          <a:bodyPr/>
          <a:lstStyle/>
          <a:p>
            <a:pPr marL="0" indent="0">
              <a:lnSpc>
                <a:spcPct val="150000"/>
              </a:lnSpc>
              <a:buNone/>
            </a:pPr>
            <a:r>
              <a:rPr lang="en-US" altLang="en-US">
                <a:solidFill>
                  <a:srgbClr val="0000CD"/>
                </a:solidFill>
              </a:rPr>
              <a:t>&lt;</a:t>
            </a:r>
            <a:r>
              <a:rPr lang="en-US" altLang="en-US">
                <a:solidFill>
                  <a:srgbClr val="A52A2A"/>
                </a:solidFill>
              </a:rPr>
              <a:t>audio</a:t>
            </a:r>
            <a:r>
              <a:rPr lang="en-US" altLang="en-US">
                <a:solidFill>
                  <a:srgbClr val="FF0000"/>
                </a:solidFill>
              </a:rPr>
              <a:t> controls autoplay</a:t>
            </a:r>
            <a:r>
              <a:rPr lang="en-US" altLang="en-US">
                <a:solidFill>
                  <a:srgbClr val="0000CD"/>
                </a:solidFill>
              </a:rPr>
              <a:t>&gt;</a:t>
            </a:r>
            <a:br>
              <a:rPr lang="en-US" altLang="en-US"/>
            </a:br>
            <a:r>
              <a:rPr lang="en-US" altLang="en-US">
                <a:solidFill>
                  <a:srgbClr val="000000"/>
                </a:solidFill>
              </a:rPr>
              <a:t>  </a:t>
            </a:r>
            <a:r>
              <a:rPr lang="en-US" altLang="en-US">
                <a:solidFill>
                  <a:srgbClr val="0000CD"/>
                </a:solidFill>
              </a:rPr>
              <a:t>&lt;</a:t>
            </a:r>
            <a:r>
              <a:rPr lang="en-US" altLang="en-US">
                <a:solidFill>
                  <a:srgbClr val="A52A2A"/>
                </a:solidFill>
              </a:rPr>
              <a:t>source</a:t>
            </a:r>
            <a:r>
              <a:rPr lang="en-US" altLang="en-US">
                <a:solidFill>
                  <a:srgbClr val="FF0000"/>
                </a:solidFill>
              </a:rPr>
              <a:t> src</a:t>
            </a:r>
            <a:r>
              <a:rPr lang="en-US" altLang="en-US">
                <a:solidFill>
                  <a:srgbClr val="0000CD"/>
                </a:solidFill>
              </a:rPr>
              <a:t>="horse.ogg"</a:t>
            </a:r>
            <a:r>
              <a:rPr lang="en-US" altLang="en-US">
                <a:solidFill>
                  <a:srgbClr val="FF0000"/>
                </a:solidFill>
              </a:rPr>
              <a:t> type</a:t>
            </a:r>
            <a:r>
              <a:rPr lang="en-US" altLang="en-US">
                <a:solidFill>
                  <a:srgbClr val="0000CD"/>
                </a:solidFill>
              </a:rPr>
              <a:t>="audio/ogg"&gt;</a:t>
            </a:r>
            <a:br>
              <a:rPr lang="en-US" altLang="en-US"/>
            </a:br>
            <a:r>
              <a:rPr lang="en-US" altLang="en-US">
                <a:solidFill>
                  <a:srgbClr val="000000"/>
                </a:solidFill>
              </a:rPr>
              <a:t>  </a:t>
            </a:r>
            <a:r>
              <a:rPr lang="en-US" altLang="en-US">
                <a:solidFill>
                  <a:srgbClr val="0000CD"/>
                </a:solidFill>
              </a:rPr>
              <a:t>&lt;</a:t>
            </a:r>
            <a:r>
              <a:rPr lang="en-US" altLang="en-US">
                <a:solidFill>
                  <a:srgbClr val="A52A2A"/>
                </a:solidFill>
              </a:rPr>
              <a:t>source</a:t>
            </a:r>
            <a:r>
              <a:rPr lang="en-US" altLang="en-US">
                <a:solidFill>
                  <a:srgbClr val="FF0000"/>
                </a:solidFill>
              </a:rPr>
              <a:t> src</a:t>
            </a:r>
            <a:r>
              <a:rPr lang="en-US" altLang="en-US">
                <a:solidFill>
                  <a:srgbClr val="0000CD"/>
                </a:solidFill>
              </a:rPr>
              <a:t>="horse.mp3"</a:t>
            </a:r>
            <a:r>
              <a:rPr lang="en-US" altLang="en-US">
                <a:solidFill>
                  <a:srgbClr val="FF0000"/>
                </a:solidFill>
              </a:rPr>
              <a:t> type</a:t>
            </a:r>
            <a:r>
              <a:rPr lang="en-US" altLang="en-US">
                <a:solidFill>
                  <a:srgbClr val="0000CD"/>
                </a:solidFill>
              </a:rPr>
              <a:t>="audio/mpeg"&gt;</a:t>
            </a:r>
            <a:br>
              <a:rPr lang="en-US" altLang="en-US"/>
            </a:br>
            <a:r>
              <a:rPr lang="en-US" altLang="en-US">
                <a:solidFill>
                  <a:srgbClr val="0000CD"/>
                </a:solidFill>
              </a:rPr>
              <a:t>&lt;</a:t>
            </a:r>
            <a:r>
              <a:rPr lang="en-US" altLang="en-US">
                <a:solidFill>
                  <a:srgbClr val="A52A2A"/>
                </a:solidFill>
              </a:rPr>
              <a:t>/audio</a:t>
            </a:r>
            <a:r>
              <a:rPr lang="en-US" altLang="en-US">
                <a:solidFill>
                  <a:srgbClr val="0000CD"/>
                </a:solidFill>
              </a:rPr>
              <a:t>&gt;</a:t>
            </a:r>
            <a:endParaRPr lang="en-US" altLang="en-US"/>
          </a:p>
        </p:txBody>
      </p:sp>
      <p:sp>
        <p:nvSpPr>
          <p:cNvPr id="2" name="Slide Number Placeholder 1">
            <a:extLst>
              <a:ext uri="{FF2B5EF4-FFF2-40B4-BE49-F238E27FC236}">
                <a16:creationId xmlns:a16="http://schemas.microsoft.com/office/drawing/2014/main" id="{E3058F02-5FE5-1EFC-11BB-7981F91B1874}"/>
              </a:ext>
            </a:extLst>
          </p:cNvPr>
          <p:cNvSpPr>
            <a:spLocks noGrp="1"/>
          </p:cNvSpPr>
          <p:nvPr>
            <p:ph type="sldNum" sz="quarter" idx="12"/>
          </p:nvPr>
        </p:nvSpPr>
        <p:spPr/>
        <p:txBody>
          <a:bodyPr/>
          <a:lstStyle/>
          <a:p>
            <a:pPr>
              <a:defRPr/>
            </a:pPr>
            <a:fld id="{5BE314C1-34A5-4555-AD4A-F91FB2859D99}" type="slidenum">
              <a:rPr lang="es-ES" altLang="en-US" smtClean="0"/>
              <a:pPr>
                <a:defRPr/>
              </a:pPr>
              <a:t>77</a:t>
            </a:fld>
            <a:endParaRPr lang="es-ES" altLang="en-US"/>
          </a:p>
        </p:txBody>
      </p:sp>
      <p:cxnSp>
        <p:nvCxnSpPr>
          <p:cNvPr id="3" name="Straight Connector 2">
            <a:extLst>
              <a:ext uri="{FF2B5EF4-FFF2-40B4-BE49-F238E27FC236}">
                <a16:creationId xmlns:a16="http://schemas.microsoft.com/office/drawing/2014/main" id="{7563349E-3C6A-E205-E4ED-F98D56083D97}"/>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a:extLst>
              <a:ext uri="{FF2B5EF4-FFF2-40B4-BE49-F238E27FC236}">
                <a16:creationId xmlns:a16="http://schemas.microsoft.com/office/drawing/2014/main" id="{9CF08E06-C37C-85FF-A146-322B76F6A11E}"/>
              </a:ext>
            </a:extLst>
          </p:cNvPr>
          <p:cNvSpPr>
            <a:spLocks noGrp="1" noChangeArrowheads="1"/>
          </p:cNvSpPr>
          <p:nvPr>
            <p:ph type="title"/>
          </p:nvPr>
        </p:nvSpPr>
        <p:spPr/>
        <p:txBody>
          <a:bodyPr>
            <a:normAutofit fontScale="90000"/>
          </a:bodyPr>
          <a:lstStyle/>
          <a:p>
            <a:pPr>
              <a:defRPr/>
            </a:pPr>
            <a:br>
              <a:rPr lang="en-US" altLang="en-US" b="1" dirty="0">
                <a:solidFill>
                  <a:schemeClr val="accent1"/>
                </a:solidFill>
                <a:latin typeface="+mn-lt"/>
              </a:rPr>
            </a:br>
            <a:r>
              <a:rPr lang="en-US" altLang="en-US" b="1" dirty="0">
                <a:solidFill>
                  <a:schemeClr val="accent1"/>
                </a:solidFill>
                <a:latin typeface="+mn-lt"/>
              </a:rPr>
              <a:t>HTML Plug-ins</a:t>
            </a:r>
            <a:br>
              <a:rPr lang="en-US" altLang="en-US" b="1" dirty="0">
                <a:solidFill>
                  <a:schemeClr val="accent1"/>
                </a:solidFill>
                <a:latin typeface="+mn-lt"/>
              </a:rPr>
            </a:br>
            <a:endParaRPr lang="en-US" altLang="en-US" b="1" dirty="0">
              <a:solidFill>
                <a:schemeClr val="accent1"/>
              </a:solidFill>
              <a:latin typeface="+mn-lt"/>
            </a:endParaRPr>
          </a:p>
        </p:txBody>
      </p:sp>
      <p:sp>
        <p:nvSpPr>
          <p:cNvPr id="150531" name="Content Placeholder 2">
            <a:extLst>
              <a:ext uri="{FF2B5EF4-FFF2-40B4-BE49-F238E27FC236}">
                <a16:creationId xmlns:a16="http://schemas.microsoft.com/office/drawing/2014/main" id="{C61C30F2-8D51-2F00-F7A7-DB9E8E8174D1}"/>
              </a:ext>
            </a:extLst>
          </p:cNvPr>
          <p:cNvSpPr>
            <a:spLocks noGrp="1" noChangeArrowheads="1"/>
          </p:cNvSpPr>
          <p:nvPr>
            <p:ph idx="1"/>
          </p:nvPr>
        </p:nvSpPr>
        <p:spPr>
          <a:xfrm>
            <a:off x="1703389" y="1385889"/>
            <a:ext cx="8855075" cy="5106987"/>
          </a:xfrm>
        </p:spPr>
        <p:txBody>
          <a:bodyPr/>
          <a:lstStyle/>
          <a:p>
            <a:pPr>
              <a:lnSpc>
                <a:spcPct val="150000"/>
              </a:lnSpc>
            </a:pPr>
            <a:r>
              <a:rPr lang="en-US" altLang="en-US" sz="2400" dirty="0">
                <a:solidFill>
                  <a:srgbClr val="000000"/>
                </a:solidFill>
              </a:rPr>
              <a:t>Plug-ins are computer programs that extend the standard functionality of the browser.</a:t>
            </a:r>
          </a:p>
          <a:p>
            <a:pPr>
              <a:lnSpc>
                <a:spcPct val="150000"/>
              </a:lnSpc>
            </a:pPr>
            <a:r>
              <a:rPr lang="en-US" altLang="en-US" sz="2400" dirty="0">
                <a:solidFill>
                  <a:srgbClr val="000000"/>
                </a:solidFill>
              </a:rPr>
              <a:t>plug-ins were designed to be used for many different purposes:</a:t>
            </a:r>
          </a:p>
          <a:p>
            <a:pPr lvl="1">
              <a:lnSpc>
                <a:spcPct val="100000"/>
              </a:lnSpc>
            </a:pPr>
            <a:r>
              <a:rPr lang="en-US" altLang="en-US" sz="2000" dirty="0">
                <a:solidFill>
                  <a:srgbClr val="000000"/>
                </a:solidFill>
              </a:rPr>
              <a:t>To run Java applets</a:t>
            </a:r>
          </a:p>
          <a:p>
            <a:pPr lvl="1">
              <a:lnSpc>
                <a:spcPct val="100000"/>
              </a:lnSpc>
            </a:pPr>
            <a:r>
              <a:rPr lang="en-US" altLang="en-US" sz="2000" dirty="0">
                <a:solidFill>
                  <a:srgbClr val="000000"/>
                </a:solidFill>
              </a:rPr>
              <a:t>To run Microsoft ActiveX controls</a:t>
            </a:r>
          </a:p>
          <a:p>
            <a:pPr lvl="1">
              <a:lnSpc>
                <a:spcPct val="100000"/>
              </a:lnSpc>
            </a:pPr>
            <a:r>
              <a:rPr lang="en-US" altLang="en-US" sz="2000" dirty="0">
                <a:solidFill>
                  <a:srgbClr val="000000"/>
                </a:solidFill>
              </a:rPr>
              <a:t>To display Flash movies</a:t>
            </a:r>
          </a:p>
          <a:p>
            <a:pPr lvl="1">
              <a:lnSpc>
                <a:spcPct val="100000"/>
              </a:lnSpc>
            </a:pPr>
            <a:r>
              <a:rPr lang="en-US" altLang="en-US" sz="2000" dirty="0">
                <a:solidFill>
                  <a:srgbClr val="000000"/>
                </a:solidFill>
              </a:rPr>
              <a:t>To display maps</a:t>
            </a:r>
          </a:p>
          <a:p>
            <a:pPr lvl="1">
              <a:lnSpc>
                <a:spcPct val="100000"/>
              </a:lnSpc>
            </a:pPr>
            <a:r>
              <a:rPr lang="en-US" altLang="en-US" sz="2000" dirty="0">
                <a:solidFill>
                  <a:srgbClr val="000000"/>
                </a:solidFill>
              </a:rPr>
              <a:t>To scan for viruses</a:t>
            </a:r>
          </a:p>
          <a:p>
            <a:pPr lvl="1">
              <a:lnSpc>
                <a:spcPct val="100000"/>
              </a:lnSpc>
            </a:pPr>
            <a:r>
              <a:rPr lang="en-US" altLang="en-US" sz="2000" dirty="0">
                <a:solidFill>
                  <a:srgbClr val="000000"/>
                </a:solidFill>
              </a:rPr>
              <a:t>To verify a bank id</a:t>
            </a:r>
          </a:p>
          <a:p>
            <a:pPr>
              <a:lnSpc>
                <a:spcPct val="150000"/>
              </a:lnSpc>
              <a:buFont typeface="Wingdings" panose="05000000000000000000" pitchFamily="2" charset="2"/>
              <a:buChar char="v"/>
            </a:pPr>
            <a:endParaRPr lang="en-US" altLang="en-US" sz="2400" dirty="0"/>
          </a:p>
        </p:txBody>
      </p:sp>
      <p:sp>
        <p:nvSpPr>
          <p:cNvPr id="2" name="Slide Number Placeholder 1">
            <a:extLst>
              <a:ext uri="{FF2B5EF4-FFF2-40B4-BE49-F238E27FC236}">
                <a16:creationId xmlns:a16="http://schemas.microsoft.com/office/drawing/2014/main" id="{950F8746-ED0B-482E-BEC5-285FD181D9F3}"/>
              </a:ext>
            </a:extLst>
          </p:cNvPr>
          <p:cNvSpPr>
            <a:spLocks noGrp="1"/>
          </p:cNvSpPr>
          <p:nvPr>
            <p:ph type="sldNum" sz="quarter" idx="12"/>
          </p:nvPr>
        </p:nvSpPr>
        <p:spPr/>
        <p:txBody>
          <a:bodyPr/>
          <a:lstStyle/>
          <a:p>
            <a:pPr>
              <a:defRPr/>
            </a:pPr>
            <a:fld id="{1BB039B9-F228-4740-8B45-98B1464B719E}" type="slidenum">
              <a:rPr lang="es-ES" altLang="en-US" smtClean="0"/>
              <a:pPr>
                <a:defRPr/>
              </a:pPr>
              <a:t>78</a:t>
            </a:fld>
            <a:endParaRPr lang="es-ES" altLang="en-US"/>
          </a:p>
        </p:txBody>
      </p:sp>
      <p:cxnSp>
        <p:nvCxnSpPr>
          <p:cNvPr id="3" name="Straight Connector 2">
            <a:extLst>
              <a:ext uri="{FF2B5EF4-FFF2-40B4-BE49-F238E27FC236}">
                <a16:creationId xmlns:a16="http://schemas.microsoft.com/office/drawing/2014/main" id="{9A9B66B2-FC3B-66D9-E511-2C419938F6F8}"/>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4">
            <a:extLst>
              <a:ext uri="{FF2B5EF4-FFF2-40B4-BE49-F238E27FC236}">
                <a16:creationId xmlns:a16="http://schemas.microsoft.com/office/drawing/2014/main" id="{EB10A4A1-6215-EE8A-7F09-A652EADFDDBD}"/>
              </a:ext>
            </a:extLst>
          </p:cNvPr>
          <p:cNvSpPr>
            <a:spLocks noGrp="1" noChangeArrowheads="1"/>
          </p:cNvSpPr>
          <p:nvPr>
            <p:ph type="title"/>
          </p:nvPr>
        </p:nvSpPr>
        <p:spPr/>
        <p:txBody>
          <a:bodyPr/>
          <a:lstStyle/>
          <a:p>
            <a:pPr>
              <a:defRPr/>
            </a:pPr>
            <a:r>
              <a:rPr lang="en-US" altLang="en-US" b="1" dirty="0">
                <a:solidFill>
                  <a:schemeClr val="accent1"/>
                </a:solidFill>
                <a:latin typeface="+mn-lt"/>
              </a:rPr>
              <a:t>HTML Plug-ins</a:t>
            </a:r>
            <a:endParaRPr lang="en-US" altLang="en-US" dirty="0"/>
          </a:p>
        </p:txBody>
      </p:sp>
      <p:sp>
        <p:nvSpPr>
          <p:cNvPr id="3" name="Content Placeholder 2">
            <a:extLst>
              <a:ext uri="{FF2B5EF4-FFF2-40B4-BE49-F238E27FC236}">
                <a16:creationId xmlns:a16="http://schemas.microsoft.com/office/drawing/2014/main" id="{887BE5C5-3D49-FF99-1DC9-7CEBC4378B43}"/>
              </a:ext>
            </a:extLst>
          </p:cNvPr>
          <p:cNvSpPr>
            <a:spLocks noGrp="1"/>
          </p:cNvSpPr>
          <p:nvPr>
            <p:ph idx="1"/>
          </p:nvPr>
        </p:nvSpPr>
        <p:spPr>
          <a:xfrm>
            <a:off x="762000" y="1690688"/>
            <a:ext cx="10744200" cy="4486275"/>
          </a:xfrm>
        </p:spPr>
        <p:txBody>
          <a:bodyPr>
            <a:normAutofit/>
          </a:bodyPr>
          <a:lstStyle/>
          <a:p>
            <a:pPr>
              <a:defRPr/>
            </a:pPr>
            <a:r>
              <a:rPr lang="en-US" altLang="en-US" dirty="0">
                <a:solidFill>
                  <a:srgbClr val="000000"/>
                </a:solidFill>
              </a:rPr>
              <a:t>The &lt;</a:t>
            </a:r>
            <a:r>
              <a:rPr lang="en-US" altLang="en-US" dirty="0">
                <a:solidFill>
                  <a:srgbClr val="FF0000"/>
                </a:solidFill>
              </a:rPr>
              <a:t>object</a:t>
            </a:r>
            <a:r>
              <a:rPr lang="en-US" altLang="en-US" dirty="0">
                <a:solidFill>
                  <a:srgbClr val="000000"/>
                </a:solidFill>
              </a:rPr>
              <a:t>&gt; element defines an embedded object within an HTML document.</a:t>
            </a:r>
          </a:p>
          <a:p>
            <a:pPr marL="457200" lvl="1" indent="0">
              <a:buNone/>
              <a:defRPr/>
            </a:pPr>
            <a:r>
              <a:rPr lang="en-US" sz="2800" dirty="0">
                <a:solidFill>
                  <a:srgbClr val="0000CD"/>
                </a:solidFill>
              </a:rPr>
              <a:t>&lt;</a:t>
            </a:r>
            <a:r>
              <a:rPr lang="en-US" sz="2800" dirty="0">
                <a:solidFill>
                  <a:srgbClr val="A52A2A"/>
                </a:solidFill>
              </a:rPr>
              <a:t>object</a:t>
            </a:r>
            <a:r>
              <a:rPr lang="en-US" sz="2800" dirty="0">
                <a:solidFill>
                  <a:srgbClr val="FF0000"/>
                </a:solidFill>
              </a:rPr>
              <a:t> width</a:t>
            </a:r>
            <a:r>
              <a:rPr lang="en-US" sz="2800" dirty="0">
                <a:solidFill>
                  <a:srgbClr val="0000CD"/>
                </a:solidFill>
              </a:rPr>
              <a:t>="100%"</a:t>
            </a:r>
            <a:r>
              <a:rPr lang="en-US" sz="2800" dirty="0">
                <a:solidFill>
                  <a:srgbClr val="FF0000"/>
                </a:solidFill>
              </a:rPr>
              <a:t> height</a:t>
            </a:r>
            <a:r>
              <a:rPr lang="en-US" sz="2800" dirty="0">
                <a:solidFill>
                  <a:srgbClr val="0000CD"/>
                </a:solidFill>
              </a:rPr>
              <a:t>="500px"</a:t>
            </a:r>
            <a:r>
              <a:rPr lang="en-US" sz="2800" dirty="0">
                <a:solidFill>
                  <a:srgbClr val="FF0000"/>
                </a:solidFill>
              </a:rPr>
              <a:t> data</a:t>
            </a:r>
            <a:r>
              <a:rPr lang="en-US" sz="2800" dirty="0">
                <a:solidFill>
                  <a:srgbClr val="0000CD"/>
                </a:solidFill>
              </a:rPr>
              <a:t>="snippet.html"&gt;</a:t>
            </a:r>
          </a:p>
          <a:p>
            <a:pPr marL="457200" lvl="1" indent="0">
              <a:buNone/>
              <a:defRPr/>
            </a:pPr>
            <a:r>
              <a:rPr lang="en-US" sz="2800" dirty="0">
                <a:solidFill>
                  <a:srgbClr val="0000CD"/>
                </a:solidFill>
              </a:rPr>
              <a:t>&lt;</a:t>
            </a:r>
            <a:r>
              <a:rPr lang="en-US" sz="2800" dirty="0">
                <a:solidFill>
                  <a:srgbClr val="A52A2A"/>
                </a:solidFill>
              </a:rPr>
              <a:t>/object</a:t>
            </a:r>
            <a:r>
              <a:rPr lang="en-US" sz="2800" dirty="0">
                <a:solidFill>
                  <a:srgbClr val="0000CD"/>
                </a:solidFill>
              </a:rPr>
              <a:t>&gt;</a:t>
            </a:r>
            <a:endParaRPr lang="en-US" sz="2800" dirty="0">
              <a:solidFill>
                <a:srgbClr val="000000"/>
              </a:solidFill>
            </a:endParaRPr>
          </a:p>
          <a:p>
            <a:pPr>
              <a:defRPr/>
            </a:pPr>
            <a:r>
              <a:rPr lang="en-US" altLang="en-US" dirty="0">
                <a:solidFill>
                  <a:srgbClr val="000000"/>
                </a:solidFill>
              </a:rPr>
              <a:t>The </a:t>
            </a:r>
            <a:r>
              <a:rPr lang="en-US" altLang="en-US" dirty="0">
                <a:solidFill>
                  <a:srgbClr val="DC143C"/>
                </a:solidFill>
              </a:rPr>
              <a:t>&lt;embed&gt;</a:t>
            </a:r>
            <a:r>
              <a:rPr lang="en-US" altLang="en-US" dirty="0">
                <a:solidFill>
                  <a:srgbClr val="000000"/>
                </a:solidFill>
              </a:rPr>
              <a:t> element can also be used to include HTML in HTML:</a:t>
            </a:r>
            <a:r>
              <a:rPr lang="en-US" altLang="en-US" sz="1600" dirty="0"/>
              <a:t> </a:t>
            </a:r>
          </a:p>
          <a:p>
            <a:pPr marL="0" indent="0">
              <a:buNone/>
              <a:defRPr/>
            </a:pPr>
            <a:r>
              <a:rPr lang="en-US" dirty="0">
                <a:solidFill>
                  <a:srgbClr val="0000CD"/>
                </a:solidFill>
              </a:rPr>
              <a:t>&lt;</a:t>
            </a:r>
            <a:r>
              <a:rPr lang="en-US" dirty="0">
                <a:solidFill>
                  <a:srgbClr val="A52A2A"/>
                </a:solidFill>
              </a:rPr>
              <a:t>embed</a:t>
            </a:r>
            <a:r>
              <a:rPr lang="en-US" dirty="0">
                <a:solidFill>
                  <a:srgbClr val="FF0000"/>
                </a:solidFill>
              </a:rPr>
              <a:t> width</a:t>
            </a:r>
            <a:r>
              <a:rPr lang="en-US" dirty="0">
                <a:solidFill>
                  <a:srgbClr val="0000CD"/>
                </a:solidFill>
              </a:rPr>
              <a:t>="100%"</a:t>
            </a:r>
            <a:r>
              <a:rPr lang="en-US" dirty="0">
                <a:solidFill>
                  <a:srgbClr val="FF0000"/>
                </a:solidFill>
              </a:rPr>
              <a:t> height</a:t>
            </a:r>
            <a:r>
              <a:rPr lang="en-US" dirty="0">
                <a:solidFill>
                  <a:srgbClr val="0000CD"/>
                </a:solidFill>
              </a:rPr>
              <a:t>="500px"</a:t>
            </a:r>
            <a:r>
              <a:rPr lang="en-US" dirty="0">
                <a:solidFill>
                  <a:srgbClr val="FF0000"/>
                </a:solidFill>
              </a:rPr>
              <a:t> </a:t>
            </a:r>
            <a:r>
              <a:rPr lang="en-US" dirty="0" err="1">
                <a:solidFill>
                  <a:srgbClr val="FF0000"/>
                </a:solidFill>
              </a:rPr>
              <a:t>src</a:t>
            </a:r>
            <a:r>
              <a:rPr lang="en-US" dirty="0">
                <a:solidFill>
                  <a:srgbClr val="0000CD"/>
                </a:solidFill>
              </a:rPr>
              <a:t>="snippet.html"&gt;</a:t>
            </a:r>
            <a:endParaRPr lang="en-US" dirty="0">
              <a:solidFill>
                <a:srgbClr val="000000"/>
              </a:solidFill>
            </a:endParaRPr>
          </a:p>
          <a:p>
            <a:pPr marL="0" indent="0">
              <a:buNone/>
              <a:defRPr/>
            </a:pPr>
            <a:endParaRPr lang="en-US" dirty="0"/>
          </a:p>
        </p:txBody>
      </p:sp>
      <p:sp>
        <p:nvSpPr>
          <p:cNvPr id="2" name="Slide Number Placeholder 1">
            <a:extLst>
              <a:ext uri="{FF2B5EF4-FFF2-40B4-BE49-F238E27FC236}">
                <a16:creationId xmlns:a16="http://schemas.microsoft.com/office/drawing/2014/main" id="{5D92953C-D3C7-EFE2-FB6B-1432416BC76E}"/>
              </a:ext>
            </a:extLst>
          </p:cNvPr>
          <p:cNvSpPr>
            <a:spLocks noGrp="1"/>
          </p:cNvSpPr>
          <p:nvPr>
            <p:ph type="sldNum" sz="quarter" idx="12"/>
          </p:nvPr>
        </p:nvSpPr>
        <p:spPr/>
        <p:txBody>
          <a:bodyPr/>
          <a:lstStyle/>
          <a:p>
            <a:pPr>
              <a:defRPr/>
            </a:pPr>
            <a:fld id="{A7DB0806-738C-423A-B411-131046CAA907}" type="slidenum">
              <a:rPr lang="es-ES" altLang="en-US" smtClean="0"/>
              <a:pPr>
                <a:defRPr/>
              </a:pPr>
              <a:t>79</a:t>
            </a:fld>
            <a:endParaRPr lang="es-ES" altLang="en-US"/>
          </a:p>
        </p:txBody>
      </p:sp>
      <p:cxnSp>
        <p:nvCxnSpPr>
          <p:cNvPr id="4" name="Straight Connector 3">
            <a:extLst>
              <a:ext uri="{FF2B5EF4-FFF2-40B4-BE49-F238E27FC236}">
                <a16:creationId xmlns:a16="http://schemas.microsoft.com/office/drawing/2014/main" id="{925AE773-96F8-BA37-1A0F-7713D55D9B4A}"/>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4">
            <a:extLst>
              <a:ext uri="{FF2B5EF4-FFF2-40B4-BE49-F238E27FC236}">
                <a16:creationId xmlns:a16="http://schemas.microsoft.com/office/drawing/2014/main" id="{10ABAE6B-41B8-6F29-4338-8DCC4DA877D1}"/>
              </a:ext>
            </a:extLst>
          </p:cNvPr>
          <p:cNvSpPr>
            <a:spLocks noGrp="1" noChangeArrowheads="1"/>
          </p:cNvSpPr>
          <p:nvPr>
            <p:ph type="title"/>
          </p:nvPr>
        </p:nvSpPr>
        <p:spPr/>
        <p:txBody>
          <a:bodyPr/>
          <a:lstStyle/>
          <a:p>
            <a:pPr>
              <a:defRPr/>
            </a:pPr>
            <a:r>
              <a:rPr lang="en-US" altLang="en-US" b="1" dirty="0">
                <a:solidFill>
                  <a:schemeClr val="accent1"/>
                </a:solidFill>
                <a:latin typeface="+mn-lt"/>
              </a:rPr>
              <a:t>HTML Plug-ins</a:t>
            </a:r>
            <a:endParaRPr lang="en-US" altLang="en-US" dirty="0"/>
          </a:p>
        </p:txBody>
      </p:sp>
      <p:sp>
        <p:nvSpPr>
          <p:cNvPr id="3" name="Content Placeholder 2">
            <a:extLst>
              <a:ext uri="{FF2B5EF4-FFF2-40B4-BE49-F238E27FC236}">
                <a16:creationId xmlns:a16="http://schemas.microsoft.com/office/drawing/2014/main" id="{B4F64110-2801-6AB0-8BDB-08E5A806802D}"/>
              </a:ext>
            </a:extLst>
          </p:cNvPr>
          <p:cNvSpPr>
            <a:spLocks noGrp="1"/>
          </p:cNvSpPr>
          <p:nvPr>
            <p:ph idx="1"/>
          </p:nvPr>
        </p:nvSpPr>
        <p:spPr>
          <a:xfrm>
            <a:off x="990600" y="1385888"/>
            <a:ext cx="10134600" cy="4851400"/>
          </a:xfrm>
        </p:spPr>
        <p:txBody>
          <a:bodyPr/>
          <a:lstStyle/>
          <a:p>
            <a:pPr>
              <a:defRPr/>
            </a:pPr>
            <a:r>
              <a:rPr lang="en-US" altLang="en-US" dirty="0">
                <a:solidFill>
                  <a:srgbClr val="000000"/>
                </a:solidFill>
              </a:rPr>
              <a:t>Embedding a video</a:t>
            </a:r>
          </a:p>
          <a:p>
            <a:pPr marL="0" indent="0">
              <a:lnSpc>
                <a:spcPct val="100000"/>
              </a:lnSpc>
              <a:spcBef>
                <a:spcPts val="0"/>
              </a:spcBef>
              <a:buNone/>
              <a:defRPr/>
            </a:pPr>
            <a:r>
              <a:rPr lang="en-US" sz="1800" b="1" dirty="0">
                <a:solidFill>
                  <a:schemeClr val="accent1"/>
                </a:solidFill>
              </a:rPr>
              <a:t>&lt;!DOCTYPE html&gt;</a:t>
            </a:r>
          </a:p>
          <a:p>
            <a:pPr marL="0" indent="0">
              <a:lnSpc>
                <a:spcPct val="100000"/>
              </a:lnSpc>
              <a:spcBef>
                <a:spcPts val="0"/>
              </a:spcBef>
              <a:buNone/>
              <a:defRPr/>
            </a:pPr>
            <a:r>
              <a:rPr lang="en-US" sz="1800" b="1" dirty="0">
                <a:solidFill>
                  <a:schemeClr val="accent1"/>
                </a:solidFill>
              </a:rPr>
              <a:t>&lt;html&gt;</a:t>
            </a:r>
          </a:p>
          <a:p>
            <a:pPr marL="0" indent="0">
              <a:lnSpc>
                <a:spcPct val="100000"/>
              </a:lnSpc>
              <a:spcBef>
                <a:spcPts val="0"/>
              </a:spcBef>
              <a:buNone/>
              <a:defRPr/>
            </a:pPr>
            <a:r>
              <a:rPr lang="en-US" sz="1800" b="1" dirty="0">
                <a:solidFill>
                  <a:schemeClr val="accent1"/>
                </a:solidFill>
              </a:rPr>
              <a:t>&lt;style&gt;</a:t>
            </a:r>
          </a:p>
          <a:p>
            <a:pPr marL="0" indent="0">
              <a:lnSpc>
                <a:spcPct val="100000"/>
              </a:lnSpc>
              <a:spcBef>
                <a:spcPts val="0"/>
              </a:spcBef>
              <a:buNone/>
              <a:defRPr/>
            </a:pPr>
            <a:r>
              <a:rPr lang="en-US" sz="1800" b="1" dirty="0">
                <a:solidFill>
                  <a:schemeClr val="accent1"/>
                </a:solidFill>
              </a:rPr>
              <a:t>body{</a:t>
            </a:r>
          </a:p>
          <a:p>
            <a:pPr marL="0" indent="0">
              <a:lnSpc>
                <a:spcPct val="100000"/>
              </a:lnSpc>
              <a:spcBef>
                <a:spcPts val="0"/>
              </a:spcBef>
              <a:buNone/>
              <a:defRPr/>
            </a:pPr>
            <a:r>
              <a:rPr lang="en-US" sz="1800" b="1" dirty="0" err="1">
                <a:solidFill>
                  <a:schemeClr val="accent1"/>
                </a:solidFill>
              </a:rPr>
              <a:t>display:flex</a:t>
            </a:r>
            <a:r>
              <a:rPr lang="en-US" sz="1800" b="1" dirty="0">
                <a:solidFill>
                  <a:schemeClr val="accent1"/>
                </a:solidFill>
              </a:rPr>
              <a:t>;</a:t>
            </a:r>
          </a:p>
          <a:p>
            <a:pPr marL="0" indent="0">
              <a:lnSpc>
                <a:spcPct val="100000"/>
              </a:lnSpc>
              <a:spcBef>
                <a:spcPts val="0"/>
              </a:spcBef>
              <a:buNone/>
              <a:defRPr/>
            </a:pPr>
            <a:r>
              <a:rPr lang="en-US" sz="1800" b="1" dirty="0" err="1">
                <a:solidFill>
                  <a:schemeClr val="accent1"/>
                </a:solidFill>
              </a:rPr>
              <a:t>justify-content:center</a:t>
            </a:r>
            <a:r>
              <a:rPr lang="en-US" sz="1800" b="1" dirty="0">
                <a:solidFill>
                  <a:schemeClr val="accent1"/>
                </a:solidFill>
              </a:rPr>
              <a:t>;</a:t>
            </a:r>
          </a:p>
          <a:p>
            <a:pPr marL="0" indent="0">
              <a:lnSpc>
                <a:spcPct val="100000"/>
              </a:lnSpc>
              <a:spcBef>
                <a:spcPts val="0"/>
              </a:spcBef>
              <a:buNone/>
              <a:defRPr/>
            </a:pPr>
            <a:r>
              <a:rPr lang="en-US" sz="1800" b="1" dirty="0" err="1">
                <a:solidFill>
                  <a:schemeClr val="accent1"/>
                </a:solidFill>
              </a:rPr>
              <a:t>align-items:center</a:t>
            </a:r>
            <a:r>
              <a:rPr lang="en-US" sz="1800" b="1" dirty="0">
                <a:solidFill>
                  <a:schemeClr val="accent1"/>
                </a:solidFill>
              </a:rPr>
              <a:t>;</a:t>
            </a:r>
          </a:p>
          <a:p>
            <a:pPr marL="0" indent="0">
              <a:lnSpc>
                <a:spcPct val="100000"/>
              </a:lnSpc>
              <a:spcBef>
                <a:spcPts val="0"/>
              </a:spcBef>
              <a:buNone/>
              <a:defRPr/>
            </a:pPr>
            <a:r>
              <a:rPr lang="en-US" sz="1800" b="1" dirty="0">
                <a:solidFill>
                  <a:schemeClr val="accent1"/>
                </a:solidFill>
              </a:rPr>
              <a:t>height:100vh;</a:t>
            </a:r>
          </a:p>
          <a:p>
            <a:pPr marL="0" indent="0">
              <a:lnSpc>
                <a:spcPct val="100000"/>
              </a:lnSpc>
              <a:spcBef>
                <a:spcPts val="0"/>
              </a:spcBef>
              <a:buNone/>
              <a:defRPr/>
            </a:pPr>
            <a:r>
              <a:rPr lang="en-US" sz="1800" b="1" dirty="0">
                <a:solidFill>
                  <a:schemeClr val="accent1"/>
                </a:solidFill>
              </a:rPr>
              <a:t>}</a:t>
            </a:r>
          </a:p>
          <a:p>
            <a:pPr marL="0" indent="0">
              <a:lnSpc>
                <a:spcPct val="100000"/>
              </a:lnSpc>
              <a:spcBef>
                <a:spcPts val="0"/>
              </a:spcBef>
              <a:buNone/>
              <a:defRPr/>
            </a:pPr>
            <a:r>
              <a:rPr lang="en-US" sz="1800" b="1" dirty="0">
                <a:solidFill>
                  <a:schemeClr val="accent1"/>
                </a:solidFill>
              </a:rPr>
              <a:t>&lt;/style&gt;</a:t>
            </a:r>
          </a:p>
          <a:p>
            <a:pPr marL="0" indent="0">
              <a:lnSpc>
                <a:spcPct val="100000"/>
              </a:lnSpc>
              <a:spcBef>
                <a:spcPts val="0"/>
              </a:spcBef>
              <a:buNone/>
              <a:defRPr/>
            </a:pPr>
            <a:r>
              <a:rPr lang="en-US" sz="1800" b="1" dirty="0">
                <a:solidFill>
                  <a:schemeClr val="accent1"/>
                </a:solidFill>
              </a:rPr>
              <a:t>&lt;body&gt;</a:t>
            </a:r>
          </a:p>
          <a:p>
            <a:pPr marL="0" indent="0">
              <a:lnSpc>
                <a:spcPct val="100000"/>
              </a:lnSpc>
              <a:spcBef>
                <a:spcPts val="0"/>
              </a:spcBef>
              <a:buNone/>
              <a:defRPr/>
            </a:pPr>
            <a:r>
              <a:rPr lang="en-US" sz="1800" b="1" dirty="0">
                <a:solidFill>
                  <a:schemeClr val="accent1"/>
                </a:solidFill>
              </a:rPr>
              <a:t>&lt;object width="500" height="300" data="https://www.youtube.com/embed/A_YbrEKA4wI"&gt;&lt;/object&gt;  </a:t>
            </a:r>
          </a:p>
          <a:p>
            <a:pPr marL="0" indent="0">
              <a:lnSpc>
                <a:spcPct val="100000"/>
              </a:lnSpc>
              <a:spcBef>
                <a:spcPts val="0"/>
              </a:spcBef>
              <a:buNone/>
              <a:defRPr/>
            </a:pPr>
            <a:r>
              <a:rPr lang="en-US" sz="1800" b="1" dirty="0">
                <a:solidFill>
                  <a:schemeClr val="accent1"/>
                </a:solidFill>
              </a:rPr>
              <a:t>&lt;/body&gt;</a:t>
            </a:r>
          </a:p>
          <a:p>
            <a:pPr marL="0" indent="0">
              <a:lnSpc>
                <a:spcPct val="100000"/>
              </a:lnSpc>
              <a:spcBef>
                <a:spcPts val="0"/>
              </a:spcBef>
              <a:buNone/>
              <a:defRPr/>
            </a:pPr>
            <a:r>
              <a:rPr lang="en-US" sz="1800" b="1" dirty="0">
                <a:solidFill>
                  <a:schemeClr val="accent1"/>
                </a:solidFill>
              </a:rPr>
              <a:t>&lt;/html&gt;</a:t>
            </a:r>
          </a:p>
        </p:txBody>
      </p:sp>
      <p:sp>
        <p:nvSpPr>
          <p:cNvPr id="2" name="Slide Number Placeholder 1">
            <a:extLst>
              <a:ext uri="{FF2B5EF4-FFF2-40B4-BE49-F238E27FC236}">
                <a16:creationId xmlns:a16="http://schemas.microsoft.com/office/drawing/2014/main" id="{A257C7F0-839B-08E6-E00D-35C4879CAD05}"/>
              </a:ext>
            </a:extLst>
          </p:cNvPr>
          <p:cNvSpPr>
            <a:spLocks noGrp="1"/>
          </p:cNvSpPr>
          <p:nvPr>
            <p:ph type="sldNum" sz="quarter" idx="12"/>
          </p:nvPr>
        </p:nvSpPr>
        <p:spPr/>
        <p:txBody>
          <a:bodyPr/>
          <a:lstStyle/>
          <a:p>
            <a:pPr>
              <a:defRPr/>
            </a:pPr>
            <a:fld id="{8B61C364-43F6-4C25-96C5-1AABF43F6796}" type="slidenum">
              <a:rPr lang="es-ES" altLang="en-US" smtClean="0"/>
              <a:pPr>
                <a:defRPr/>
              </a:pPr>
              <a:t>80</a:t>
            </a:fld>
            <a:endParaRPr lang="es-ES" altLang="en-US"/>
          </a:p>
        </p:txBody>
      </p:sp>
      <p:cxnSp>
        <p:nvCxnSpPr>
          <p:cNvPr id="4" name="Straight Connector 3">
            <a:extLst>
              <a:ext uri="{FF2B5EF4-FFF2-40B4-BE49-F238E27FC236}">
                <a16:creationId xmlns:a16="http://schemas.microsoft.com/office/drawing/2014/main" id="{2A9FC450-02CC-65AA-3DD4-D6BE28123386}"/>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4">
            <a:extLst>
              <a:ext uri="{FF2B5EF4-FFF2-40B4-BE49-F238E27FC236}">
                <a16:creationId xmlns:a16="http://schemas.microsoft.com/office/drawing/2014/main" id="{BE3FE9BE-A823-8B96-1173-551D6DDDDDE4}"/>
              </a:ext>
            </a:extLst>
          </p:cNvPr>
          <p:cNvSpPr>
            <a:spLocks noGrp="1" noChangeArrowheads="1"/>
          </p:cNvSpPr>
          <p:nvPr>
            <p:ph type="title"/>
          </p:nvPr>
        </p:nvSpPr>
        <p:spPr/>
        <p:txBody>
          <a:bodyPr/>
          <a:lstStyle/>
          <a:p>
            <a:pPr>
              <a:defRPr/>
            </a:pPr>
            <a:r>
              <a:rPr lang="en-US" altLang="en-US" b="1" dirty="0">
                <a:solidFill>
                  <a:schemeClr val="accent1"/>
                </a:solidFill>
                <a:latin typeface="+mn-lt"/>
              </a:rPr>
              <a:t>HTML Plug-ins</a:t>
            </a:r>
            <a:endParaRPr lang="en-US" altLang="en-US" dirty="0"/>
          </a:p>
        </p:txBody>
      </p:sp>
      <p:sp>
        <p:nvSpPr>
          <p:cNvPr id="3" name="Content Placeholder 2">
            <a:extLst>
              <a:ext uri="{FF2B5EF4-FFF2-40B4-BE49-F238E27FC236}">
                <a16:creationId xmlns:a16="http://schemas.microsoft.com/office/drawing/2014/main" id="{8F72F93C-CD89-7480-28FB-4DB1C72C078D}"/>
              </a:ext>
            </a:extLst>
          </p:cNvPr>
          <p:cNvSpPr>
            <a:spLocks noGrp="1"/>
          </p:cNvSpPr>
          <p:nvPr>
            <p:ph idx="1"/>
          </p:nvPr>
        </p:nvSpPr>
        <p:spPr>
          <a:xfrm>
            <a:off x="838200" y="1385888"/>
            <a:ext cx="10744200" cy="4851400"/>
          </a:xfrm>
        </p:spPr>
        <p:txBody>
          <a:bodyPr>
            <a:normAutofit/>
          </a:bodyPr>
          <a:lstStyle/>
          <a:p>
            <a:pPr>
              <a:defRPr/>
            </a:pPr>
            <a:r>
              <a:rPr lang="en-US" sz="2400" b="1" dirty="0">
                <a:solidFill>
                  <a:srgbClr val="000000"/>
                </a:solidFill>
              </a:rPr>
              <a:t>Embedding a gif image</a:t>
            </a:r>
          </a:p>
          <a:p>
            <a:pPr marL="0" indent="0">
              <a:lnSpc>
                <a:spcPct val="100000"/>
              </a:lnSpc>
              <a:spcBef>
                <a:spcPts val="0"/>
              </a:spcBef>
              <a:buNone/>
              <a:defRPr/>
            </a:pPr>
            <a:r>
              <a:rPr lang="en-US" sz="1800" b="1" dirty="0">
                <a:solidFill>
                  <a:schemeClr val="accent1"/>
                </a:solidFill>
              </a:rPr>
              <a:t>&lt;!DOCTYPE html&gt;</a:t>
            </a:r>
          </a:p>
          <a:p>
            <a:pPr marL="0" indent="0">
              <a:lnSpc>
                <a:spcPct val="100000"/>
              </a:lnSpc>
              <a:spcBef>
                <a:spcPts val="0"/>
              </a:spcBef>
              <a:buNone/>
              <a:defRPr/>
            </a:pPr>
            <a:r>
              <a:rPr lang="en-US" sz="1800" b="1" dirty="0">
                <a:solidFill>
                  <a:schemeClr val="accent1"/>
                </a:solidFill>
              </a:rPr>
              <a:t>&lt;html&gt;</a:t>
            </a:r>
          </a:p>
          <a:p>
            <a:pPr marL="0" indent="0">
              <a:lnSpc>
                <a:spcPct val="100000"/>
              </a:lnSpc>
              <a:spcBef>
                <a:spcPts val="0"/>
              </a:spcBef>
              <a:buNone/>
              <a:defRPr/>
            </a:pPr>
            <a:r>
              <a:rPr lang="en-US" sz="1800" b="1" dirty="0">
                <a:solidFill>
                  <a:schemeClr val="accent1"/>
                </a:solidFill>
              </a:rPr>
              <a:t>&lt;style&gt;</a:t>
            </a:r>
          </a:p>
          <a:p>
            <a:pPr marL="0" indent="0">
              <a:lnSpc>
                <a:spcPct val="100000"/>
              </a:lnSpc>
              <a:spcBef>
                <a:spcPts val="0"/>
              </a:spcBef>
              <a:buNone/>
              <a:defRPr/>
            </a:pPr>
            <a:r>
              <a:rPr lang="en-US" sz="1800" b="1" dirty="0">
                <a:solidFill>
                  <a:schemeClr val="accent1"/>
                </a:solidFill>
              </a:rPr>
              <a:t>body{</a:t>
            </a:r>
          </a:p>
          <a:p>
            <a:pPr marL="0" indent="0">
              <a:lnSpc>
                <a:spcPct val="100000"/>
              </a:lnSpc>
              <a:spcBef>
                <a:spcPts val="0"/>
              </a:spcBef>
              <a:buNone/>
              <a:defRPr/>
            </a:pPr>
            <a:r>
              <a:rPr lang="en-US" sz="1800" b="1" dirty="0" err="1">
                <a:solidFill>
                  <a:schemeClr val="accent1"/>
                </a:solidFill>
              </a:rPr>
              <a:t>display:flex</a:t>
            </a:r>
            <a:r>
              <a:rPr lang="en-US" sz="1800" b="1" dirty="0">
                <a:solidFill>
                  <a:schemeClr val="accent1"/>
                </a:solidFill>
              </a:rPr>
              <a:t>;</a:t>
            </a:r>
          </a:p>
          <a:p>
            <a:pPr marL="0" indent="0">
              <a:lnSpc>
                <a:spcPct val="100000"/>
              </a:lnSpc>
              <a:spcBef>
                <a:spcPts val="0"/>
              </a:spcBef>
              <a:buNone/>
              <a:defRPr/>
            </a:pPr>
            <a:r>
              <a:rPr lang="en-US" sz="1800" b="1" dirty="0" err="1">
                <a:solidFill>
                  <a:schemeClr val="accent1"/>
                </a:solidFill>
              </a:rPr>
              <a:t>justify-content:center</a:t>
            </a:r>
            <a:r>
              <a:rPr lang="en-US" sz="1800" b="1" dirty="0">
                <a:solidFill>
                  <a:schemeClr val="accent1"/>
                </a:solidFill>
              </a:rPr>
              <a:t>;</a:t>
            </a:r>
          </a:p>
          <a:p>
            <a:pPr marL="0" indent="0">
              <a:lnSpc>
                <a:spcPct val="100000"/>
              </a:lnSpc>
              <a:spcBef>
                <a:spcPts val="0"/>
              </a:spcBef>
              <a:buNone/>
              <a:defRPr/>
            </a:pPr>
            <a:r>
              <a:rPr lang="en-US" sz="1800" b="1" dirty="0" err="1">
                <a:solidFill>
                  <a:schemeClr val="accent1"/>
                </a:solidFill>
              </a:rPr>
              <a:t>align-items:center</a:t>
            </a:r>
            <a:r>
              <a:rPr lang="en-US" sz="1800" b="1" dirty="0">
                <a:solidFill>
                  <a:schemeClr val="accent1"/>
                </a:solidFill>
              </a:rPr>
              <a:t>;</a:t>
            </a:r>
          </a:p>
          <a:p>
            <a:pPr marL="0" indent="0">
              <a:lnSpc>
                <a:spcPct val="100000"/>
              </a:lnSpc>
              <a:spcBef>
                <a:spcPts val="0"/>
              </a:spcBef>
              <a:buNone/>
              <a:defRPr/>
            </a:pPr>
            <a:r>
              <a:rPr lang="en-US" sz="1800" b="1" dirty="0">
                <a:solidFill>
                  <a:schemeClr val="accent1"/>
                </a:solidFill>
              </a:rPr>
              <a:t>height:100vh;</a:t>
            </a:r>
          </a:p>
          <a:p>
            <a:pPr marL="0" indent="0">
              <a:lnSpc>
                <a:spcPct val="100000"/>
              </a:lnSpc>
              <a:spcBef>
                <a:spcPts val="0"/>
              </a:spcBef>
              <a:buNone/>
              <a:defRPr/>
            </a:pPr>
            <a:r>
              <a:rPr lang="en-US" sz="1800" b="1" dirty="0">
                <a:solidFill>
                  <a:schemeClr val="accent1"/>
                </a:solidFill>
              </a:rPr>
              <a:t>}</a:t>
            </a:r>
          </a:p>
          <a:p>
            <a:pPr marL="0" indent="0">
              <a:lnSpc>
                <a:spcPct val="100000"/>
              </a:lnSpc>
              <a:spcBef>
                <a:spcPts val="0"/>
              </a:spcBef>
              <a:buNone/>
              <a:defRPr/>
            </a:pPr>
            <a:r>
              <a:rPr lang="en-US" sz="1800" b="1" dirty="0">
                <a:solidFill>
                  <a:schemeClr val="accent1"/>
                </a:solidFill>
              </a:rPr>
              <a:t>&lt;/style&gt;</a:t>
            </a:r>
          </a:p>
          <a:p>
            <a:pPr marL="0" indent="0">
              <a:lnSpc>
                <a:spcPct val="100000"/>
              </a:lnSpc>
              <a:spcBef>
                <a:spcPts val="0"/>
              </a:spcBef>
              <a:buNone/>
              <a:defRPr/>
            </a:pPr>
            <a:r>
              <a:rPr lang="en-US" sz="1800" b="1" dirty="0">
                <a:solidFill>
                  <a:schemeClr val="accent1"/>
                </a:solidFill>
              </a:rPr>
              <a:t>&lt;body&gt;</a:t>
            </a:r>
          </a:p>
          <a:p>
            <a:pPr marL="0" indent="0">
              <a:lnSpc>
                <a:spcPct val="100000"/>
              </a:lnSpc>
              <a:spcBef>
                <a:spcPts val="0"/>
              </a:spcBef>
              <a:buNone/>
              <a:defRPr/>
            </a:pPr>
            <a:r>
              <a:rPr lang="en-US" sz="1800" b="1" dirty="0">
                <a:solidFill>
                  <a:schemeClr val="accent1"/>
                </a:solidFill>
              </a:rPr>
              <a:t>&lt;object width="500" height="300" data="https://i0.wp.com/www.printmag.com/wp-content/uploads/2021/02/4cbe8d_f1ed2800a49649848102c68fc5a66e53mv2.gif?fit=476%2C280&amp;ssl=1"&gt;&lt;/object&gt;  </a:t>
            </a:r>
          </a:p>
          <a:p>
            <a:pPr marL="0" indent="0">
              <a:lnSpc>
                <a:spcPct val="100000"/>
              </a:lnSpc>
              <a:spcBef>
                <a:spcPts val="0"/>
              </a:spcBef>
              <a:buNone/>
              <a:defRPr/>
            </a:pPr>
            <a:r>
              <a:rPr lang="en-US" sz="1800" b="1" dirty="0">
                <a:solidFill>
                  <a:schemeClr val="accent1"/>
                </a:solidFill>
              </a:rPr>
              <a:t>&lt;/body&gt;</a:t>
            </a:r>
          </a:p>
          <a:p>
            <a:pPr marL="0" indent="0">
              <a:lnSpc>
                <a:spcPct val="100000"/>
              </a:lnSpc>
              <a:spcBef>
                <a:spcPts val="0"/>
              </a:spcBef>
              <a:buNone/>
              <a:defRPr/>
            </a:pPr>
            <a:r>
              <a:rPr lang="en-US" sz="1800" b="1" dirty="0">
                <a:solidFill>
                  <a:schemeClr val="accent1"/>
                </a:solidFill>
              </a:rPr>
              <a:t>&lt;/html&gt;</a:t>
            </a:r>
          </a:p>
        </p:txBody>
      </p:sp>
      <p:sp>
        <p:nvSpPr>
          <p:cNvPr id="2" name="Slide Number Placeholder 1">
            <a:extLst>
              <a:ext uri="{FF2B5EF4-FFF2-40B4-BE49-F238E27FC236}">
                <a16:creationId xmlns:a16="http://schemas.microsoft.com/office/drawing/2014/main" id="{E55D2858-A1EA-45A5-B3CC-735983BB0C63}"/>
              </a:ext>
            </a:extLst>
          </p:cNvPr>
          <p:cNvSpPr>
            <a:spLocks noGrp="1"/>
          </p:cNvSpPr>
          <p:nvPr>
            <p:ph type="sldNum" sz="quarter" idx="12"/>
          </p:nvPr>
        </p:nvSpPr>
        <p:spPr/>
        <p:txBody>
          <a:bodyPr/>
          <a:lstStyle/>
          <a:p>
            <a:pPr>
              <a:defRPr/>
            </a:pPr>
            <a:fld id="{78891572-93DD-4DB5-B26D-6EC2BE9D84DB}" type="slidenum">
              <a:rPr lang="es-ES" altLang="en-US" smtClean="0"/>
              <a:pPr>
                <a:defRPr/>
              </a:pPr>
              <a:t>81</a:t>
            </a:fld>
            <a:endParaRPr lang="es-ES" altLang="en-US"/>
          </a:p>
        </p:txBody>
      </p:sp>
      <p:cxnSp>
        <p:nvCxnSpPr>
          <p:cNvPr id="4" name="Straight Connector 3">
            <a:extLst>
              <a:ext uri="{FF2B5EF4-FFF2-40B4-BE49-F238E27FC236}">
                <a16:creationId xmlns:a16="http://schemas.microsoft.com/office/drawing/2014/main" id="{343C84E0-4264-EA7E-C677-111130F3E7C0}"/>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a:extLst>
              <a:ext uri="{FF2B5EF4-FFF2-40B4-BE49-F238E27FC236}">
                <a16:creationId xmlns:a16="http://schemas.microsoft.com/office/drawing/2014/main" id="{4B0913BD-A01B-DCB9-B548-1D778019B083}"/>
              </a:ext>
            </a:extLst>
          </p:cNvPr>
          <p:cNvSpPr>
            <a:spLocks noGrp="1" noChangeArrowheads="1"/>
          </p:cNvSpPr>
          <p:nvPr>
            <p:ph type="title"/>
          </p:nvPr>
        </p:nvSpPr>
        <p:spPr/>
        <p:txBody>
          <a:bodyPr/>
          <a:lstStyle/>
          <a:p>
            <a:pPr>
              <a:defRPr/>
            </a:pPr>
            <a:r>
              <a:rPr lang="en-US" altLang="en-US" dirty="0">
                <a:latin typeface="+mn-lt"/>
              </a:rPr>
              <a:t>Reading Assignment  </a:t>
            </a:r>
          </a:p>
        </p:txBody>
      </p:sp>
      <p:sp>
        <p:nvSpPr>
          <p:cNvPr id="154627" name="Content Placeholder 2">
            <a:extLst>
              <a:ext uri="{FF2B5EF4-FFF2-40B4-BE49-F238E27FC236}">
                <a16:creationId xmlns:a16="http://schemas.microsoft.com/office/drawing/2014/main" id="{D23CC83F-6633-CA0F-3696-82855D2245DB}"/>
              </a:ext>
            </a:extLst>
          </p:cNvPr>
          <p:cNvSpPr>
            <a:spLocks noGrp="1" noChangeArrowheads="1"/>
          </p:cNvSpPr>
          <p:nvPr>
            <p:ph idx="1"/>
          </p:nvPr>
        </p:nvSpPr>
        <p:spPr>
          <a:xfrm>
            <a:off x="1668464" y="1825625"/>
            <a:ext cx="8607425" cy="4351338"/>
          </a:xfrm>
        </p:spPr>
        <p:txBody>
          <a:bodyPr/>
          <a:lstStyle/>
          <a:p>
            <a:pPr marL="730250" indent="-742950">
              <a:lnSpc>
                <a:spcPct val="107000"/>
              </a:lnSpc>
              <a:spcBef>
                <a:spcPct val="0"/>
              </a:spcBef>
              <a:spcAft>
                <a:spcPts val="800"/>
              </a:spcAft>
              <a:buFont typeface="Calibri Light" panose="020F0302020204030204" pitchFamily="34" charset="0"/>
              <a:buAutoNum type="arabicPeriod"/>
            </a:pPr>
            <a:r>
              <a:rPr lang="en-US" altLang="en-US" sz="4000" dirty="0">
                <a:solidFill>
                  <a:srgbClr val="FF0000"/>
                </a:solidFill>
                <a:ea typeface="Calibri" panose="020F0502020204030204" pitchFamily="34" charset="0"/>
                <a:cs typeface="Times New Roman" panose="02020603050405020304" pitchFamily="18" charset="0"/>
              </a:rPr>
              <a:t>HTML Graphics</a:t>
            </a:r>
            <a:endParaRPr lang="en-US" altLang="en-US" sz="4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1371600" lvl="1" indent="-365125">
              <a:lnSpc>
                <a:spcPct val="107000"/>
              </a:lnSpc>
              <a:spcBef>
                <a:spcPct val="0"/>
              </a:spcBef>
              <a:spcAft>
                <a:spcPts val="800"/>
              </a:spcAft>
            </a:pPr>
            <a:r>
              <a:rPr lang="en-US" altLang="en-US" sz="3600" dirty="0">
                <a:solidFill>
                  <a:srgbClr val="FF0000"/>
                </a:solidFill>
                <a:ea typeface="Calibri" panose="020F0502020204030204" pitchFamily="34" charset="0"/>
                <a:cs typeface="Times New Roman" panose="02020603050405020304" pitchFamily="18" charset="0"/>
              </a:rPr>
              <a:t>HTML Canvas</a:t>
            </a:r>
            <a:endParaRPr lang="en-US" altLang="en-US" sz="36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1371600" lvl="1" indent="-365125">
              <a:lnSpc>
                <a:spcPct val="107000"/>
              </a:lnSpc>
              <a:spcBef>
                <a:spcPct val="0"/>
              </a:spcBef>
              <a:spcAft>
                <a:spcPts val="800"/>
              </a:spcAft>
            </a:pPr>
            <a:r>
              <a:rPr lang="en-US" altLang="en-US" sz="3600" dirty="0">
                <a:solidFill>
                  <a:srgbClr val="FF0000"/>
                </a:solidFill>
                <a:ea typeface="Calibri" panose="020F0502020204030204" pitchFamily="34" charset="0"/>
                <a:cs typeface="Times New Roman" panose="02020603050405020304" pitchFamily="18" charset="0"/>
              </a:rPr>
              <a:t>HTML SVG</a:t>
            </a:r>
          </a:p>
          <a:p>
            <a:pPr marL="730250" indent="-742950">
              <a:lnSpc>
                <a:spcPct val="107000"/>
              </a:lnSpc>
              <a:spcBef>
                <a:spcPct val="0"/>
              </a:spcBef>
              <a:spcAft>
                <a:spcPts val="800"/>
              </a:spcAft>
              <a:buFont typeface="Calibri Light" panose="020F0302020204030204" pitchFamily="34" charset="0"/>
              <a:buAutoNum type="arabicPeriod"/>
            </a:pPr>
            <a:r>
              <a:rPr lang="en-US" altLang="en-US" sz="4000" dirty="0">
                <a:solidFill>
                  <a:srgbClr val="FF0000"/>
                </a:solidFill>
                <a:ea typeface="Calibri" panose="020F0502020204030204" pitchFamily="34" charset="0"/>
                <a:cs typeface="Times New Roman" panose="02020603050405020304" pitchFamily="18" charset="0"/>
              </a:rPr>
              <a:t>Emoji Symbols in UTF-8</a:t>
            </a:r>
          </a:p>
        </p:txBody>
      </p:sp>
      <p:sp>
        <p:nvSpPr>
          <p:cNvPr id="2" name="Slide Number Placeholder 1">
            <a:extLst>
              <a:ext uri="{FF2B5EF4-FFF2-40B4-BE49-F238E27FC236}">
                <a16:creationId xmlns:a16="http://schemas.microsoft.com/office/drawing/2014/main" id="{8C3C9BF6-EEE0-7DD5-D727-EA9655D9EE89}"/>
              </a:ext>
            </a:extLst>
          </p:cNvPr>
          <p:cNvSpPr>
            <a:spLocks noGrp="1"/>
          </p:cNvSpPr>
          <p:nvPr>
            <p:ph type="sldNum" sz="quarter" idx="12"/>
          </p:nvPr>
        </p:nvSpPr>
        <p:spPr/>
        <p:txBody>
          <a:bodyPr/>
          <a:lstStyle/>
          <a:p>
            <a:pPr>
              <a:defRPr/>
            </a:pPr>
            <a:fld id="{DC5E32CA-767F-44B2-8E39-E75614A14841}" type="slidenum">
              <a:rPr lang="es-ES" altLang="en-US" smtClean="0"/>
              <a:pPr>
                <a:defRPr/>
              </a:pPr>
              <a:t>82</a:t>
            </a:fld>
            <a:endParaRPr lang="es-ES" altLang="en-US"/>
          </a:p>
        </p:txBody>
      </p:sp>
      <p:cxnSp>
        <p:nvCxnSpPr>
          <p:cNvPr id="4" name="Straight Connector 3">
            <a:extLst>
              <a:ext uri="{FF2B5EF4-FFF2-40B4-BE49-F238E27FC236}">
                <a16:creationId xmlns:a16="http://schemas.microsoft.com/office/drawing/2014/main" id="{A03C2DA1-03D8-F5B4-041B-6C97695E13CF}"/>
              </a:ext>
            </a:extLst>
          </p:cNvPr>
          <p:cNvCxnSpPr>
            <a:cxnSpLocks/>
          </p:cNvCxnSpPr>
          <p:nvPr/>
        </p:nvCxnSpPr>
        <p:spPr>
          <a:xfrm>
            <a:off x="1668464"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37F0F9C-14B5-8CEE-4D20-4CC355C1421F}"/>
                  </a:ext>
                </a:extLst>
              </p14:cNvPr>
              <p14:cNvContentPartPr/>
              <p14:nvPr/>
            </p14:nvContentPartPr>
            <p14:xfrm>
              <a:off x="5734503" y="2441622"/>
              <a:ext cx="304" cy="304"/>
            </p14:xfrm>
          </p:contentPart>
        </mc:Choice>
        <mc:Fallback xmlns="">
          <p:pic>
            <p:nvPicPr>
              <p:cNvPr id="7" name="Ink 6">
                <a:extLst>
                  <a:ext uri="{FF2B5EF4-FFF2-40B4-BE49-F238E27FC236}">
                    <a16:creationId xmlns:a16="http://schemas.microsoft.com/office/drawing/2014/main" id="{237F0F9C-14B5-8CEE-4D20-4CC355C1421F}"/>
                  </a:ext>
                </a:extLst>
              </p:cNvPr>
              <p:cNvPicPr/>
              <p:nvPr/>
            </p:nvPicPr>
            <p:blipFill>
              <a:blip r:embed="rId3"/>
              <a:stretch>
                <a:fillRect/>
              </a:stretch>
            </p:blipFill>
            <p:spPr>
              <a:xfrm>
                <a:off x="5726903" y="2434022"/>
                <a:ext cx="15200" cy="15200"/>
              </a:xfrm>
              <a:prstGeom prst="rect">
                <a:avLst/>
              </a:prstGeom>
            </p:spPr>
          </p:pic>
        </mc:Fallback>
      </mc:AlternateContent>
      <p:sp>
        <p:nvSpPr>
          <p:cNvPr id="118787" name="Rectangle 3">
            <a:extLst>
              <a:ext uri="{FF2B5EF4-FFF2-40B4-BE49-F238E27FC236}">
                <a16:creationId xmlns:a16="http://schemas.microsoft.com/office/drawing/2014/main" id="{43DB72D9-226F-057B-0C4A-91071C71E3B6}"/>
              </a:ext>
            </a:extLst>
          </p:cNvPr>
          <p:cNvSpPr txBox="1">
            <a:spLocks noChangeArrowheads="1"/>
          </p:cNvSpPr>
          <p:nvPr/>
        </p:nvSpPr>
        <p:spPr bwMode="auto">
          <a:xfrm>
            <a:off x="1916113" y="893764"/>
            <a:ext cx="7715250" cy="5553075"/>
          </a:xfrm>
          <a:prstGeom prst="rect">
            <a:avLst/>
          </a:prstGeom>
          <a:noFill/>
          <a:ln>
            <a:noFill/>
          </a:ln>
          <a:effec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lnSpc>
                <a:spcPct val="150000"/>
              </a:lnSpc>
              <a:buFontTx/>
              <a:buNone/>
              <a:defRPr/>
            </a:pPr>
            <a:r>
              <a:rPr lang="en-US" altLang="en-US" sz="4045" b="1" dirty="0">
                <a:latin typeface="French Script MT" panose="03020402040607040605" pitchFamily="66" charset="0"/>
              </a:rPr>
              <a:t> </a:t>
            </a:r>
            <a:r>
              <a:rPr lang="en-US" altLang="en-US" sz="8092" b="1" dirty="0">
                <a:solidFill>
                  <a:srgbClr val="00B0F0"/>
                </a:solidFill>
                <a:latin typeface="French Script MT" panose="03020402040607040605" pitchFamily="66" charset="0"/>
              </a:rPr>
              <a:t>Thanks</a:t>
            </a:r>
            <a:r>
              <a:rPr lang="en-US" altLang="en-US" sz="8092" b="1" dirty="0">
                <a:latin typeface="French Script MT" panose="03020402040607040605" pitchFamily="66" charset="0"/>
              </a:rPr>
              <a:t> </a:t>
            </a:r>
          </a:p>
          <a:p>
            <a:pPr algn="ctr">
              <a:lnSpc>
                <a:spcPct val="150000"/>
              </a:lnSpc>
              <a:buFontTx/>
              <a:buNone/>
              <a:defRPr/>
            </a:pPr>
            <a:r>
              <a:rPr lang="en-US" altLang="en-US" sz="5563" dirty="0">
                <a:latin typeface="Georgia" panose="02040502050405020303" pitchFamily="18" charset="0"/>
              </a:rPr>
              <a:t>?</a:t>
            </a:r>
          </a:p>
        </p:txBody>
      </p:sp>
      <p:pic>
        <p:nvPicPr>
          <p:cNvPr id="9" name="Picture 7" descr="Question Mark Head Vector Images (over 4,000)">
            <a:extLst>
              <a:ext uri="{FF2B5EF4-FFF2-40B4-BE49-F238E27FC236}">
                <a16:creationId xmlns:a16="http://schemas.microsoft.com/office/drawing/2014/main" id="{57FCF38A-FD48-E11A-F2EE-0C2D275D119A}"/>
              </a:ext>
            </a:extLst>
          </p:cNvPr>
          <p:cNvPicPr>
            <a:picLocks noChangeAspect="1" noChangeArrowheads="1"/>
          </p:cNvPicPr>
          <p:nvPr/>
        </p:nvPicPr>
        <p:blipFill>
          <a:blip r:embed="rId4"/>
          <a:srcRect/>
          <a:stretch>
            <a:fillRect/>
          </a:stretch>
        </p:blipFill>
        <p:spPr bwMode="auto">
          <a:xfrm>
            <a:off x="4760840" y="3244615"/>
            <a:ext cx="2609632" cy="2740709"/>
          </a:xfrm>
          <a:prstGeom prst="ellipse">
            <a:avLst/>
          </a:prstGeom>
          <a:ln>
            <a:noFill/>
          </a:ln>
          <a:effectLst>
            <a:softEdge rad="112500"/>
          </a:effectLst>
        </p:spPr>
      </p:pic>
      <p:sp>
        <p:nvSpPr>
          <p:cNvPr id="2" name="Slide Number Placeholder 1">
            <a:extLst>
              <a:ext uri="{FF2B5EF4-FFF2-40B4-BE49-F238E27FC236}">
                <a16:creationId xmlns:a16="http://schemas.microsoft.com/office/drawing/2014/main" id="{28377A51-4BCB-659D-B7E7-7F9B1504FD88}"/>
              </a:ext>
            </a:extLst>
          </p:cNvPr>
          <p:cNvSpPr>
            <a:spLocks noGrp="1"/>
          </p:cNvSpPr>
          <p:nvPr>
            <p:ph type="sldNum" sz="quarter" idx="12"/>
          </p:nvPr>
        </p:nvSpPr>
        <p:spPr/>
        <p:txBody>
          <a:bodyPr/>
          <a:lstStyle/>
          <a:p>
            <a:pPr>
              <a:defRPr/>
            </a:pPr>
            <a:fld id="{4C3D0DCC-0223-4ED3-A0FA-FDEAA4BB7079}" type="slidenum">
              <a:rPr lang="es-ES" altLang="en-US" smtClean="0"/>
              <a:pPr>
                <a:defRPr/>
              </a:pPr>
              <a:t>83</a:t>
            </a:fld>
            <a:endParaRPr lang="es-ES" altLang="en-US"/>
          </a:p>
        </p:txBody>
      </p:sp>
    </p:spTree>
  </p:cSld>
  <p:clrMapOvr>
    <a:masterClrMapping/>
  </p:clrMapOvr>
  <p:transition spd="slow"/>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1514</TotalTime>
  <Words>8924</Words>
  <Application>Microsoft Office PowerPoint</Application>
  <PresentationFormat>Widescreen</PresentationFormat>
  <Paragraphs>1289</Paragraphs>
  <Slides>83</Slides>
  <Notes>70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83</vt:i4>
      </vt:variant>
    </vt:vector>
  </HeadingPairs>
  <TitlesOfParts>
    <vt:vector size="103" baseType="lpstr">
      <vt:lpstr>Apercu</vt:lpstr>
      <vt:lpstr>Arial</vt:lpstr>
      <vt:lpstr>Calibri</vt:lpstr>
      <vt:lpstr>Calibri Light</vt:lpstr>
      <vt:lpstr>Cambria</vt:lpstr>
      <vt:lpstr>Cambria (Headings)</vt:lpstr>
      <vt:lpstr>Consolas</vt:lpstr>
      <vt:lpstr>Corbel</vt:lpstr>
      <vt:lpstr>Courier New</vt:lpstr>
      <vt:lpstr>French Script MT</vt:lpstr>
      <vt:lpstr>Georgia</vt:lpstr>
      <vt:lpstr>Gotham-Book</vt:lpstr>
      <vt:lpstr>Monotype Corsiva</vt:lpstr>
      <vt:lpstr>Palatino-Roman</vt:lpstr>
      <vt:lpstr>Söhne</vt:lpstr>
      <vt:lpstr>Verdana</vt:lpstr>
      <vt:lpstr>WhitneyHTF-Book</vt:lpstr>
      <vt:lpstr>Wingdings</vt:lpstr>
      <vt:lpstr>Wingdings 2</vt:lpstr>
      <vt:lpstr>Office Theme</vt:lpstr>
      <vt:lpstr>CHAPTER   TWO  HTML   </vt:lpstr>
      <vt:lpstr>Objectives </vt:lpstr>
      <vt:lpstr>What is web page?</vt:lpstr>
      <vt:lpstr>What is HTML? </vt:lpstr>
      <vt:lpstr>HTML vs. XHTML</vt:lpstr>
      <vt:lpstr>HTML Tags </vt:lpstr>
      <vt:lpstr>Creating HTML Pages</vt:lpstr>
      <vt:lpstr>HTML Structure</vt:lpstr>
      <vt:lpstr>HTML Structure</vt:lpstr>
      <vt:lpstr>HTML Code Formatting</vt:lpstr>
      <vt:lpstr>First HTML Page</vt:lpstr>
      <vt:lpstr>The &lt;!DOCTYPE&gt; Declaration</vt:lpstr>
      <vt:lpstr>Some Simple Tags</vt:lpstr>
      <vt:lpstr>Some Simple Tags – Example</vt:lpstr>
      <vt:lpstr>Tags Attributes</vt:lpstr>
      <vt:lpstr>PowerPoint Presentation</vt:lpstr>
      <vt:lpstr>Headings and Paragraphs</vt:lpstr>
      <vt:lpstr>Headings and Paragraphs – Example </vt:lpstr>
      <vt:lpstr>Headings and Paragraphs</vt:lpstr>
      <vt:lpstr>Headings and Paragraphs</vt:lpstr>
      <vt:lpstr>The &lt;head&gt; Section</vt:lpstr>
      <vt:lpstr> Header</vt:lpstr>
      <vt:lpstr>&lt;head&gt; Section: &lt;title&gt; tag</vt:lpstr>
      <vt:lpstr>&lt;head&gt; Section: &lt;meta&gt;</vt:lpstr>
      <vt:lpstr>&lt;head&gt; Section: &lt;script&gt;</vt:lpstr>
      <vt:lpstr>The &lt;script&gt; Tag – Example</vt:lpstr>
      <vt:lpstr>&lt;head&gt; Section: &lt;style&gt;</vt:lpstr>
      <vt:lpstr>&lt;body&gt; Section</vt:lpstr>
      <vt:lpstr>Comments: &lt;!-- --&gt; Tag</vt:lpstr>
      <vt:lpstr>Text Formatting</vt:lpstr>
      <vt:lpstr>Hyperlinks: &lt;a&gt; Tag</vt:lpstr>
      <vt:lpstr>Hyperlinks: &lt;a&gt; Tag (2)</vt:lpstr>
      <vt:lpstr>Hyperlinks: &lt;a&gt; Tag (3)</vt:lpstr>
      <vt:lpstr>Hyperlinks and Sections</vt:lpstr>
      <vt:lpstr>Hyperlinks – Example</vt:lpstr>
      <vt:lpstr>Links to the Same Document – Example </vt:lpstr>
      <vt:lpstr>Images: &lt;img&gt; tag</vt:lpstr>
      <vt:lpstr>Miscellaneous Tags</vt:lpstr>
      <vt:lpstr>Miscellaneous Tags – Example</vt:lpstr>
      <vt:lpstr>Superscript and Subscript</vt:lpstr>
      <vt:lpstr>Ordered Lists: &lt;ol&gt; Tag</vt:lpstr>
      <vt:lpstr>Unordered Lists: &lt;ul&gt; Tag</vt:lpstr>
      <vt:lpstr>Definition lists: &lt;dl&gt; tag</vt:lpstr>
      <vt:lpstr>Lists – Example</vt:lpstr>
      <vt:lpstr>HTML Special Characters</vt:lpstr>
      <vt:lpstr>Using &lt;DIV&gt; and &lt;SPAN&gt; Block and Inline Elements</vt:lpstr>
      <vt:lpstr>The &lt;div&gt; Tag</vt:lpstr>
      <vt:lpstr>The &lt;span&gt; Tag</vt:lpstr>
      <vt:lpstr>HTML Tables</vt:lpstr>
      <vt:lpstr>HTML Tables</vt:lpstr>
      <vt:lpstr>HTML Tables (2)</vt:lpstr>
      <vt:lpstr>Simple HTML Tables – Example (2)</vt:lpstr>
      <vt:lpstr>Complete HTML Tables</vt:lpstr>
      <vt:lpstr>Complete HTML Table: Example</vt:lpstr>
      <vt:lpstr>Cell Spacing and Padding</vt:lpstr>
      <vt:lpstr>Cell Spacing and Padding – Example</vt:lpstr>
      <vt:lpstr>Column and Row Span</vt:lpstr>
      <vt:lpstr>Column and Row Span – Example</vt:lpstr>
      <vt:lpstr>HTML Forms</vt:lpstr>
      <vt:lpstr>HTML Forms</vt:lpstr>
      <vt:lpstr>HTML Forms</vt:lpstr>
      <vt:lpstr>HTML Forms</vt:lpstr>
      <vt:lpstr>Form Fields</vt:lpstr>
      <vt:lpstr>Form Input Controls</vt:lpstr>
      <vt:lpstr>Other Form Controls</vt:lpstr>
      <vt:lpstr>Other Form Controls (2)</vt:lpstr>
      <vt:lpstr>Other Form Controls (3)</vt:lpstr>
      <vt:lpstr>Other Form Controls (4)</vt:lpstr>
      <vt:lpstr>HTML Forms – Example</vt:lpstr>
      <vt:lpstr>PowerPoint Presentation</vt:lpstr>
      <vt:lpstr>Cont..</vt:lpstr>
      <vt:lpstr>Cont..</vt:lpstr>
      <vt:lpstr>How Forms Work</vt:lpstr>
      <vt:lpstr>  What is Multimedia? </vt:lpstr>
      <vt:lpstr>The HTML &lt;video&gt; Element</vt:lpstr>
      <vt:lpstr>The HTML &lt;audio&gt; Element</vt:lpstr>
      <vt:lpstr> HTML &lt;audio&gt; Autoplay </vt:lpstr>
      <vt:lpstr> HTML Plug-ins </vt:lpstr>
      <vt:lpstr>HTML Plug-ins</vt:lpstr>
      <vt:lpstr>HTML Plug-ins</vt:lpstr>
      <vt:lpstr>HTML Plug-ins</vt:lpstr>
      <vt:lpstr>Reading Assignment  </vt:lpstr>
      <vt:lpstr>PowerPoint Presentation</vt:lpstr>
    </vt:vector>
  </TitlesOfParts>
  <Company>Telerik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Basics - HTML, Text, Images, Tables, Forms</dc:title>
  <dc:creator>Svetlin Nakov</dc:creator>
  <cp:lastModifiedBy>CSDA</cp:lastModifiedBy>
  <cp:revision>1071</cp:revision>
  <dcterms:created xsi:type="dcterms:W3CDTF">2007-12-08T16:03:00Z</dcterms:created>
  <dcterms:modified xsi:type="dcterms:W3CDTF">2024-04-25T07:26:35Z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1033-11.2.0.10017</vt:lpwstr>
  </property>
</Properties>
</file>